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3.xml" ContentType="application/vnd.openxmlformats-officedocument.drawingml.chart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1" r:id="rId2"/>
  </p:sldMasterIdLst>
  <p:notesMasterIdLst>
    <p:notesMasterId r:id="rId18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677489"/>
    <a:srgbClr val="60A5FA"/>
    <a:srgbClr val="96A3B7"/>
    <a:srgbClr val="111629"/>
    <a:srgbClr val="1E2A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F19347-6823-4A07-B929-A44527AF2C19}" v="40" dt="2026-03-17T04:27:35.3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46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ão Pedro Barros de Ávila" userId="848771e9b4f96367" providerId="LiveId" clId="{9BE76701-0D0E-4C8C-A96A-FB4C517B7D18}"/>
    <pc:docChg chg="undo redo custSel addSld delSld modSld addMainMaster modMainMaster">
      <pc:chgData name="João Pedro Barros de Ávila" userId="848771e9b4f96367" providerId="LiveId" clId="{9BE76701-0D0E-4C8C-A96A-FB4C517B7D18}" dt="2026-03-17T04:27:56.835" v="411" actId="20577"/>
      <pc:docMkLst>
        <pc:docMk/>
      </pc:docMkLst>
      <pc:sldChg chg="addSp delSp modSp mod modClrScheme chgLayout">
        <pc:chgData name="João Pedro Barros de Ávila" userId="848771e9b4f96367" providerId="LiveId" clId="{9BE76701-0D0E-4C8C-A96A-FB4C517B7D18}" dt="2026-03-17T04:27:08.741" v="386" actId="207"/>
        <pc:sldMkLst>
          <pc:docMk/>
          <pc:sldMk cId="0" sldId="256"/>
        </pc:sldMkLst>
        <pc:spChg chg="add mod">
          <ac:chgData name="João Pedro Barros de Ávila" userId="848771e9b4f96367" providerId="LiveId" clId="{9BE76701-0D0E-4C8C-A96A-FB4C517B7D18}" dt="2026-03-17T04:27:08.741" v="386" actId="207"/>
          <ac:spMkLst>
            <pc:docMk/>
            <pc:sldMk cId="0" sldId="256"/>
            <ac:spMk id="8" creationId="{6F023491-28AC-F1DC-98A0-BEC7440B5F0B}"/>
          </ac:spMkLst>
        </pc:spChg>
        <pc:spChg chg="ord">
          <ac:chgData name="João Pedro Barros de Ávila" userId="848771e9b4f96367" providerId="LiveId" clId="{9BE76701-0D0E-4C8C-A96A-FB4C517B7D18}" dt="2026-03-09T13:53:11.711" v="330" actId="167"/>
          <ac:spMkLst>
            <pc:docMk/>
            <pc:sldMk cId="0" sldId="256"/>
            <ac:spMk id="10" creationId="{00000000-0000-0000-0000-000000000000}"/>
          </ac:spMkLst>
        </pc:spChg>
        <pc:spChg chg="add mod ord">
          <ac:chgData name="João Pedro Barros de Ávila" userId="848771e9b4f96367" providerId="LiveId" clId="{9BE76701-0D0E-4C8C-A96A-FB4C517B7D18}" dt="2026-03-09T13:53:00.967" v="328"/>
          <ac:spMkLst>
            <pc:docMk/>
            <pc:sldMk cId="0" sldId="256"/>
            <ac:spMk id="11" creationId="{43233CA9-556D-AA2E-572A-CEA2D3C77F7C}"/>
          </ac:spMkLst>
        </pc:spChg>
        <pc:spChg chg="add del mod ord">
          <ac:chgData name="João Pedro Barros de Ávila" userId="848771e9b4f96367" providerId="LiveId" clId="{9BE76701-0D0E-4C8C-A96A-FB4C517B7D18}" dt="2026-03-17T04:25:49.624" v="374" actId="478"/>
          <ac:spMkLst>
            <pc:docMk/>
            <pc:sldMk cId="0" sldId="256"/>
            <ac:spMk id="12" creationId="{6D92F63B-285F-78A8-ED81-0EE6C4287709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17.487" v="389" actId="1035"/>
        <pc:sldMkLst>
          <pc:docMk/>
          <pc:sldMk cId="0" sldId="257"/>
        </pc:sldMkLst>
        <pc:spChg chg="add mod">
          <ac:chgData name="João Pedro Barros de Ávila" userId="848771e9b4f96367" providerId="LiveId" clId="{9BE76701-0D0E-4C8C-A96A-FB4C517B7D18}" dt="2026-03-17T04:27:17.487" v="389" actId="1035"/>
          <ac:spMkLst>
            <pc:docMk/>
            <pc:sldMk cId="0" sldId="257"/>
            <ac:spMk id="2" creationId="{A7970E34-93C2-DD94-A49E-9C1E9D3388F5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19.136" v="390"/>
        <pc:sldMkLst>
          <pc:docMk/>
          <pc:sldMk cId="0" sldId="258"/>
        </pc:sldMkLst>
        <pc:spChg chg="add mod">
          <ac:chgData name="João Pedro Barros de Ávila" userId="848771e9b4f96367" providerId="LiveId" clId="{9BE76701-0D0E-4C8C-A96A-FB4C517B7D18}" dt="2026-03-17T04:27:19.136" v="390"/>
          <ac:spMkLst>
            <pc:docMk/>
            <pc:sldMk cId="0" sldId="258"/>
            <ac:spMk id="2" creationId="{2D7326E8-C626-887A-FB8C-69B0A7A64BC0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20.504" v="391"/>
        <pc:sldMkLst>
          <pc:docMk/>
          <pc:sldMk cId="0" sldId="259"/>
        </pc:sldMkLst>
        <pc:spChg chg="add mod">
          <ac:chgData name="João Pedro Barros de Ávila" userId="848771e9b4f96367" providerId="LiveId" clId="{9BE76701-0D0E-4C8C-A96A-FB4C517B7D18}" dt="2026-03-17T04:27:20.504" v="391"/>
          <ac:spMkLst>
            <pc:docMk/>
            <pc:sldMk cId="0" sldId="259"/>
            <ac:spMk id="2" creationId="{C65C98AB-EE64-3A95-EF81-0ECD80BAD209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21.693" v="392"/>
        <pc:sldMkLst>
          <pc:docMk/>
          <pc:sldMk cId="0" sldId="260"/>
        </pc:sldMkLst>
        <pc:spChg chg="add mod">
          <ac:chgData name="João Pedro Barros de Ávila" userId="848771e9b4f96367" providerId="LiveId" clId="{9BE76701-0D0E-4C8C-A96A-FB4C517B7D18}" dt="2026-03-17T04:27:21.693" v="392"/>
          <ac:spMkLst>
            <pc:docMk/>
            <pc:sldMk cId="0" sldId="260"/>
            <ac:spMk id="2" creationId="{999EDBB1-F107-0239-B053-6ACCE23E372F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22.825" v="393"/>
        <pc:sldMkLst>
          <pc:docMk/>
          <pc:sldMk cId="0" sldId="261"/>
        </pc:sldMkLst>
        <pc:spChg chg="add mod">
          <ac:chgData name="João Pedro Barros de Ávila" userId="848771e9b4f96367" providerId="LiveId" clId="{9BE76701-0D0E-4C8C-A96A-FB4C517B7D18}" dt="2026-03-17T04:27:22.825" v="393"/>
          <ac:spMkLst>
            <pc:docMk/>
            <pc:sldMk cId="0" sldId="261"/>
            <ac:spMk id="2" creationId="{0BF14338-5F12-2CA3-2355-D477F85FC458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24.041" v="394"/>
        <pc:sldMkLst>
          <pc:docMk/>
          <pc:sldMk cId="0" sldId="262"/>
        </pc:sldMkLst>
        <pc:spChg chg="add mod">
          <ac:chgData name="João Pedro Barros de Ávila" userId="848771e9b4f96367" providerId="LiveId" clId="{9BE76701-0D0E-4C8C-A96A-FB4C517B7D18}" dt="2026-03-17T04:27:24.041" v="394"/>
          <ac:spMkLst>
            <pc:docMk/>
            <pc:sldMk cId="0" sldId="262"/>
            <ac:spMk id="2" creationId="{A08715A8-C343-A42D-8B37-74BC6E850912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25.737" v="395"/>
        <pc:sldMkLst>
          <pc:docMk/>
          <pc:sldMk cId="0" sldId="263"/>
        </pc:sldMkLst>
        <pc:spChg chg="add mod">
          <ac:chgData name="João Pedro Barros de Ávila" userId="848771e9b4f96367" providerId="LiveId" clId="{9BE76701-0D0E-4C8C-A96A-FB4C517B7D18}" dt="2026-03-17T04:27:25.737" v="395"/>
          <ac:spMkLst>
            <pc:docMk/>
            <pc:sldMk cId="0" sldId="263"/>
            <ac:spMk id="2" creationId="{25FBAEB8-0993-6FC0-CCD9-DB72E098DF76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27.188" v="396"/>
        <pc:sldMkLst>
          <pc:docMk/>
          <pc:sldMk cId="0" sldId="264"/>
        </pc:sldMkLst>
        <pc:spChg chg="add mod">
          <ac:chgData name="João Pedro Barros de Ávila" userId="848771e9b4f96367" providerId="LiveId" clId="{9BE76701-0D0E-4C8C-A96A-FB4C517B7D18}" dt="2026-03-17T04:27:27.188" v="396"/>
          <ac:spMkLst>
            <pc:docMk/>
            <pc:sldMk cId="0" sldId="264"/>
            <ac:spMk id="2" creationId="{C7946F12-9783-0C2F-B559-1704599784AF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28.471" v="397"/>
        <pc:sldMkLst>
          <pc:docMk/>
          <pc:sldMk cId="0" sldId="265"/>
        </pc:sldMkLst>
        <pc:spChg chg="add mod">
          <ac:chgData name="João Pedro Barros de Ávila" userId="848771e9b4f96367" providerId="LiveId" clId="{9BE76701-0D0E-4C8C-A96A-FB4C517B7D18}" dt="2026-03-17T04:27:28.471" v="397"/>
          <ac:spMkLst>
            <pc:docMk/>
            <pc:sldMk cId="0" sldId="265"/>
            <ac:spMk id="2" creationId="{C8EDE475-1547-F733-0823-824CFD497B24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29.657" v="398"/>
        <pc:sldMkLst>
          <pc:docMk/>
          <pc:sldMk cId="0" sldId="266"/>
        </pc:sldMkLst>
        <pc:spChg chg="add mod">
          <ac:chgData name="João Pedro Barros de Ávila" userId="848771e9b4f96367" providerId="LiveId" clId="{9BE76701-0D0E-4C8C-A96A-FB4C517B7D18}" dt="2026-03-17T04:27:29.657" v="398"/>
          <ac:spMkLst>
            <pc:docMk/>
            <pc:sldMk cId="0" sldId="266"/>
            <ac:spMk id="2" creationId="{97E7C3CC-44A9-4EC5-8F2D-885F98AF7673}"/>
          </ac:spMkLst>
        </pc:spChg>
        <pc:spChg chg="mod">
          <ac:chgData name="João Pedro Barros de Ávila" userId="848771e9b4f96367" providerId="LiveId" clId="{9BE76701-0D0E-4C8C-A96A-FB4C517B7D18}" dt="2026-03-09T11:30:58.868" v="6" actId="20577"/>
          <ac:spMkLst>
            <pc:docMk/>
            <pc:sldMk cId="0" sldId="266"/>
            <ac:spMk id="16" creationId="{00000000-0000-0000-0000-000000000000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31.210" v="399"/>
        <pc:sldMkLst>
          <pc:docMk/>
          <pc:sldMk cId="0" sldId="267"/>
        </pc:sldMkLst>
        <pc:spChg chg="add mod">
          <ac:chgData name="João Pedro Barros de Ávila" userId="848771e9b4f96367" providerId="LiveId" clId="{9BE76701-0D0E-4C8C-A96A-FB4C517B7D18}" dt="2026-03-17T04:27:31.210" v="399"/>
          <ac:spMkLst>
            <pc:docMk/>
            <pc:sldMk cId="0" sldId="267"/>
            <ac:spMk id="2" creationId="{444068FA-50D2-E0F6-DE40-4DEF7E5968F5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32.902" v="400"/>
        <pc:sldMkLst>
          <pc:docMk/>
          <pc:sldMk cId="0" sldId="268"/>
        </pc:sldMkLst>
        <pc:spChg chg="add mod">
          <ac:chgData name="João Pedro Barros de Ávila" userId="848771e9b4f96367" providerId="LiveId" clId="{9BE76701-0D0E-4C8C-A96A-FB4C517B7D18}" dt="2026-03-17T04:27:32.902" v="400"/>
          <ac:spMkLst>
            <pc:docMk/>
            <pc:sldMk cId="0" sldId="268"/>
            <ac:spMk id="2" creationId="{8FB2CA29-2227-D3D9-57CF-303F740297EA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34.175" v="401"/>
        <pc:sldMkLst>
          <pc:docMk/>
          <pc:sldMk cId="0" sldId="269"/>
        </pc:sldMkLst>
        <pc:spChg chg="add mod">
          <ac:chgData name="João Pedro Barros de Ávila" userId="848771e9b4f96367" providerId="LiveId" clId="{9BE76701-0D0E-4C8C-A96A-FB4C517B7D18}" dt="2026-03-17T04:27:34.175" v="401"/>
          <ac:spMkLst>
            <pc:docMk/>
            <pc:sldMk cId="0" sldId="269"/>
            <ac:spMk id="2" creationId="{C8FF9D88-04A5-5513-B901-84A2794384BE}"/>
          </ac:spMkLst>
        </pc:spChg>
      </pc:sldChg>
      <pc:sldChg chg="addSp delSp modSp mod">
        <pc:chgData name="João Pedro Barros de Ávila" userId="848771e9b4f96367" providerId="LiveId" clId="{9BE76701-0D0E-4C8C-A96A-FB4C517B7D18}" dt="2026-03-17T04:27:56.835" v="411" actId="20577"/>
        <pc:sldMkLst>
          <pc:docMk/>
          <pc:sldMk cId="0" sldId="270"/>
        </pc:sldMkLst>
        <pc:spChg chg="add del">
          <ac:chgData name="João Pedro Barros de Ávila" userId="848771e9b4f96367" providerId="LiveId" clId="{9BE76701-0D0E-4C8C-A96A-FB4C517B7D18}" dt="2026-03-15T21:51:01.323" v="335" actId="478"/>
          <ac:spMkLst>
            <pc:docMk/>
            <pc:sldMk cId="0" sldId="270"/>
            <ac:spMk id="2" creationId="{00000000-0000-0000-0000-000000000000}"/>
          </ac:spMkLst>
        </pc:spChg>
        <pc:spChg chg="mod">
          <ac:chgData name="João Pedro Barros de Ávila" userId="848771e9b4f96367" providerId="LiveId" clId="{9BE76701-0D0E-4C8C-A96A-FB4C517B7D18}" dt="2026-03-15T21:50:54.177" v="333" actId="1076"/>
          <ac:spMkLst>
            <pc:docMk/>
            <pc:sldMk cId="0" sldId="270"/>
            <ac:spMk id="4" creationId="{00000000-0000-0000-0000-000000000000}"/>
          </ac:spMkLst>
        </pc:spChg>
        <pc:spChg chg="mod">
          <ac:chgData name="João Pedro Barros de Ávila" userId="848771e9b4f96367" providerId="LiveId" clId="{9BE76701-0D0E-4C8C-A96A-FB4C517B7D18}" dt="2026-03-17T04:27:56.835" v="411" actId="20577"/>
          <ac:spMkLst>
            <pc:docMk/>
            <pc:sldMk cId="0" sldId="270"/>
            <ac:spMk id="12" creationId="{00000000-0000-0000-0000-000000000000}"/>
          </ac:spMkLst>
        </pc:spChg>
        <pc:spChg chg="add mod">
          <ac:chgData name="João Pedro Barros de Ávila" userId="848771e9b4f96367" providerId="LiveId" clId="{9BE76701-0D0E-4C8C-A96A-FB4C517B7D18}" dt="2026-03-17T04:27:35.304" v="402"/>
          <ac:spMkLst>
            <pc:docMk/>
            <pc:sldMk cId="0" sldId="270"/>
            <ac:spMk id="14" creationId="{25C9E3B3-ABA7-711A-A46A-B24F400584E1}"/>
          </ac:spMkLst>
        </pc:spChg>
      </pc:sldChg>
      <pc:sldMasterChg chg="addSp delSp modSp mod modSldLayout">
        <pc:chgData name="João Pedro Barros de Ávila" userId="848771e9b4f96367" providerId="LiveId" clId="{9BE76701-0D0E-4C8C-A96A-FB4C517B7D18}" dt="2026-03-17T04:26:33.196" v="376" actId="478"/>
        <pc:sldMasterMkLst>
          <pc:docMk/>
          <pc:sldMasterMk cId="0" sldId="2147483648"/>
        </pc:sldMasterMkLst>
        <pc:spChg chg="add del mod">
          <ac:chgData name="João Pedro Barros de Ávila" userId="848771e9b4f96367" providerId="LiveId" clId="{9BE76701-0D0E-4C8C-A96A-FB4C517B7D18}" dt="2026-03-17T04:26:33.196" v="376" actId="478"/>
          <ac:spMkLst>
            <pc:docMk/>
            <pc:sldMasterMk cId="0" sldId="2147483648"/>
            <ac:spMk id="2" creationId="{F4C64008-6416-678C-C05B-4854C700F9A7}"/>
          </ac:spMkLst>
        </pc:spChg>
        <pc:spChg chg="add mod">
          <ac:chgData name="João Pedro Barros de Ávila" userId="848771e9b4f96367" providerId="LiveId" clId="{9BE76701-0D0E-4C8C-A96A-FB4C517B7D18}" dt="2026-03-09T11:32:15.755" v="21"/>
          <ac:spMkLst>
            <pc:docMk/>
            <pc:sldMasterMk cId="0" sldId="2147483648"/>
            <ac:spMk id="3" creationId="{00000000-0000-0000-0000-000000000000}"/>
          </ac:spMkLst>
        </pc:spChg>
        <pc:sldLayoutChg chg="addSp delSp modSp mod">
          <pc:chgData name="João Pedro Barros de Ávila" userId="848771e9b4f96367" providerId="LiveId" clId="{9BE76701-0D0E-4C8C-A96A-FB4C517B7D18}" dt="2026-03-09T13:20:31.881" v="37" actId="21"/>
          <pc:sldLayoutMkLst>
            <pc:docMk/>
            <pc:sldMasterMk cId="0" sldId="2147483648"/>
            <pc:sldLayoutMk cId="0" sldId="2147483649"/>
          </pc:sldLayoutMkLst>
        </pc:sldLayoutChg>
        <pc:sldLayoutChg chg="addSp delSp modSp mod setBg">
          <pc:chgData name="João Pedro Barros de Ávila" userId="848771e9b4f96367" providerId="LiveId" clId="{9BE76701-0D0E-4C8C-A96A-FB4C517B7D18}" dt="2026-03-09T13:26:11.088" v="65" actId="21"/>
          <pc:sldLayoutMkLst>
            <pc:docMk/>
            <pc:sldMasterMk cId="0" sldId="2147483648"/>
            <pc:sldLayoutMk cId="2956345676" sldId="2147483650"/>
          </pc:sldLayoutMkLst>
        </pc:sldLayoutChg>
      </pc:sldMasterChg>
      <pc:sldMasterChg chg="addSp delSp modSp new mod addSldLayout modSldLayout">
        <pc:chgData name="João Pedro Barros de Ávila" userId="848771e9b4f96367" providerId="LiveId" clId="{9BE76701-0D0E-4C8C-A96A-FB4C517B7D18}" dt="2026-03-17T04:26:41.099" v="379" actId="478"/>
        <pc:sldMasterMkLst>
          <pc:docMk/>
          <pc:sldMasterMk cId="648317672" sldId="2147483651"/>
        </pc:sldMasterMkLst>
        <pc:spChg chg="add del mod">
          <ac:chgData name="João Pedro Barros de Ávila" userId="848771e9b4f96367" providerId="LiveId" clId="{9BE76701-0D0E-4C8C-A96A-FB4C517B7D18}" dt="2026-03-17T04:26:41.099" v="379" actId="478"/>
          <ac:spMkLst>
            <pc:docMk/>
            <pc:sldMasterMk cId="648317672" sldId="2147483651"/>
            <ac:spMk id="7" creationId="{B54AE03D-D6B1-F08E-35CB-9E352F52DD64}"/>
          </ac:spMkLst>
        </pc:spChg>
        <pc:sldLayoutChg chg="new replId">
          <pc:chgData name="João Pedro Barros de Ávila" userId="848771e9b4f96367" providerId="LiveId" clId="{9BE76701-0D0E-4C8C-A96A-FB4C517B7D18}" dt="2026-03-09T13:21:48.870" v="43" actId="6938"/>
          <pc:sldLayoutMkLst>
            <pc:docMk/>
            <pc:sldMasterMk cId="648317672" sldId="2147483651"/>
            <pc:sldLayoutMk cId="3213969532" sldId="2147483652"/>
          </pc:sldLayoutMkLst>
        </pc:sldLayoutChg>
        <pc:sldLayoutChg chg="new replId">
          <pc:chgData name="João Pedro Barros de Ávila" userId="848771e9b4f96367" providerId="LiveId" clId="{9BE76701-0D0E-4C8C-A96A-FB4C517B7D18}" dt="2026-03-09T13:21:48.870" v="43" actId="6938"/>
          <pc:sldLayoutMkLst>
            <pc:docMk/>
            <pc:sldMasterMk cId="648317672" sldId="2147483651"/>
            <pc:sldLayoutMk cId="223860237" sldId="2147483653"/>
          </pc:sldLayoutMkLst>
        </pc:sldLayoutChg>
        <pc:sldLayoutChg chg="new replId">
          <pc:chgData name="João Pedro Barros de Ávila" userId="848771e9b4f96367" providerId="LiveId" clId="{9BE76701-0D0E-4C8C-A96A-FB4C517B7D18}" dt="2026-03-09T13:21:48.870" v="43" actId="6938"/>
          <pc:sldLayoutMkLst>
            <pc:docMk/>
            <pc:sldMasterMk cId="648317672" sldId="2147483651"/>
            <pc:sldLayoutMk cId="3241686376" sldId="2147483654"/>
          </pc:sldLayoutMkLst>
        </pc:sldLayoutChg>
        <pc:sldLayoutChg chg="new replId">
          <pc:chgData name="João Pedro Barros de Ávila" userId="848771e9b4f96367" providerId="LiveId" clId="{9BE76701-0D0E-4C8C-A96A-FB4C517B7D18}" dt="2026-03-09T13:21:48.870" v="43" actId="6938"/>
          <pc:sldLayoutMkLst>
            <pc:docMk/>
            <pc:sldMasterMk cId="648317672" sldId="2147483651"/>
            <pc:sldLayoutMk cId="3389056299" sldId="2147483655"/>
          </pc:sldLayoutMkLst>
        </pc:sldLayoutChg>
        <pc:sldLayoutChg chg="new replId">
          <pc:chgData name="João Pedro Barros de Ávila" userId="848771e9b4f96367" providerId="LiveId" clId="{9BE76701-0D0E-4C8C-A96A-FB4C517B7D18}" dt="2026-03-09T13:21:48.870" v="43" actId="6938"/>
          <pc:sldLayoutMkLst>
            <pc:docMk/>
            <pc:sldMasterMk cId="648317672" sldId="2147483651"/>
            <pc:sldLayoutMk cId="2994693427" sldId="2147483656"/>
          </pc:sldLayoutMkLst>
        </pc:sldLayoutChg>
        <pc:sldLayoutChg chg="new replId">
          <pc:chgData name="João Pedro Barros de Ávila" userId="848771e9b4f96367" providerId="LiveId" clId="{9BE76701-0D0E-4C8C-A96A-FB4C517B7D18}" dt="2026-03-09T13:21:48.870" v="43" actId="6938"/>
          <pc:sldLayoutMkLst>
            <pc:docMk/>
            <pc:sldMasterMk cId="648317672" sldId="2147483651"/>
            <pc:sldLayoutMk cId="4025373342" sldId="2147483657"/>
          </pc:sldLayoutMkLst>
        </pc:sldLayoutChg>
        <pc:sldLayoutChg chg="new replId">
          <pc:chgData name="João Pedro Barros de Ávila" userId="848771e9b4f96367" providerId="LiveId" clId="{9BE76701-0D0E-4C8C-A96A-FB4C517B7D18}" dt="2026-03-09T13:21:48.870" v="43" actId="6938"/>
          <pc:sldLayoutMkLst>
            <pc:docMk/>
            <pc:sldMasterMk cId="648317672" sldId="2147483651"/>
            <pc:sldLayoutMk cId="417590117" sldId="2147483658"/>
          </pc:sldLayoutMkLst>
        </pc:sldLayoutChg>
        <pc:sldLayoutChg chg="new replId">
          <pc:chgData name="João Pedro Barros de Ávila" userId="848771e9b4f96367" providerId="LiveId" clId="{9BE76701-0D0E-4C8C-A96A-FB4C517B7D18}" dt="2026-03-09T13:21:48.870" v="43" actId="6938"/>
          <pc:sldLayoutMkLst>
            <pc:docMk/>
            <pc:sldMasterMk cId="648317672" sldId="2147483651"/>
            <pc:sldLayoutMk cId="2091972263" sldId="2147483659"/>
          </pc:sldLayoutMkLst>
        </pc:sldLayoutChg>
        <pc:sldLayoutChg chg="new replId">
          <pc:chgData name="João Pedro Barros de Ávila" userId="848771e9b4f96367" providerId="LiveId" clId="{9BE76701-0D0E-4C8C-A96A-FB4C517B7D18}" dt="2026-03-09T13:21:48.870" v="43" actId="6938"/>
          <pc:sldLayoutMkLst>
            <pc:docMk/>
            <pc:sldMasterMk cId="648317672" sldId="2147483651"/>
            <pc:sldLayoutMk cId="4099471634" sldId="2147483660"/>
          </pc:sldLayoutMkLst>
        </pc:sldLayoutChg>
        <pc:sldLayoutChg chg="new replId">
          <pc:chgData name="João Pedro Barros de Ávila" userId="848771e9b4f96367" providerId="LiveId" clId="{9BE76701-0D0E-4C8C-A96A-FB4C517B7D18}" dt="2026-03-09T13:21:48.870" v="43" actId="6938"/>
          <pc:sldLayoutMkLst>
            <pc:docMk/>
            <pc:sldMasterMk cId="648317672" sldId="2147483651"/>
            <pc:sldLayoutMk cId="2541568823" sldId="2147483661"/>
          </pc:sldLayoutMkLst>
        </pc:sldLayoutChg>
        <pc:sldLayoutChg chg="new replId">
          <pc:chgData name="João Pedro Barros de Ávila" userId="848771e9b4f96367" providerId="LiveId" clId="{9BE76701-0D0E-4C8C-A96A-FB4C517B7D18}" dt="2026-03-09T13:21:48.870" v="43" actId="6938"/>
          <pc:sldLayoutMkLst>
            <pc:docMk/>
            <pc:sldMasterMk cId="648317672" sldId="2147483651"/>
            <pc:sldLayoutMk cId="779805673" sldId="2147483662"/>
          </pc:sldLayoutMkLst>
        </pc:sldLayoutChg>
        <pc:sldLayoutChg chg="addSp delSp modSp mod setBg">
          <pc:chgData name="João Pedro Barros de Ávila" userId="848771e9b4f96367" providerId="LiveId" clId="{9BE76701-0D0E-4C8C-A96A-FB4C517B7D18}" dt="2026-03-09T13:41:43.567" v="242" actId="478"/>
          <pc:sldLayoutMkLst>
            <pc:docMk/>
            <pc:sldMasterMk cId="648317672" sldId="2147483651"/>
            <pc:sldLayoutMk cId="817013431" sldId="2147483663"/>
          </pc:sldLayoutMkLst>
          <pc:spChg chg="add mod">
            <ac:chgData name="João Pedro Barros de Ávila" userId="848771e9b4f96367" providerId="LiveId" clId="{9BE76701-0D0E-4C8C-A96A-FB4C517B7D18}" dt="2026-03-09T13:22:31.525" v="45"/>
            <ac:spMkLst>
              <pc:docMk/>
              <pc:sldMasterMk cId="648317672" sldId="2147483651"/>
              <pc:sldLayoutMk cId="817013431" sldId="2147483663"/>
              <ac:spMk id="6" creationId="{684ADB6A-44B8-45D4-06F1-2CA546D2C0B4}"/>
            </ac:spMkLst>
          </pc:spChg>
          <pc:spChg chg="add mod ord">
            <ac:chgData name="João Pedro Barros de Ávila" userId="848771e9b4f96367" providerId="LiveId" clId="{9BE76701-0D0E-4C8C-A96A-FB4C517B7D18}" dt="2026-03-09T13:41:41.699" v="241" actId="167"/>
            <ac:spMkLst>
              <pc:docMk/>
              <pc:sldMasterMk cId="648317672" sldId="2147483651"/>
              <pc:sldLayoutMk cId="817013431" sldId="2147483663"/>
              <ac:spMk id="7" creationId="{1A2DA65D-AC2D-8B50-A2F7-7060EA352274}"/>
            </ac:spMkLst>
          </pc:spChg>
          <pc:spChg chg="add mod">
            <ac:chgData name="João Pedro Barros de Ávila" userId="848771e9b4f96367" providerId="LiveId" clId="{9BE76701-0D0E-4C8C-A96A-FB4C517B7D18}" dt="2026-03-09T13:22:53.658" v="48"/>
            <ac:spMkLst>
              <pc:docMk/>
              <pc:sldMasterMk cId="648317672" sldId="2147483651"/>
              <pc:sldLayoutMk cId="817013431" sldId="2147483663"/>
              <ac:spMk id="9" creationId="{848A8A68-DA8C-46F5-D152-BB177D7B1F10}"/>
            </ac:spMkLst>
          </pc:spChg>
          <pc:spChg chg="add mod ord">
            <ac:chgData name="João Pedro Barros de Ávila" userId="848771e9b4f96367" providerId="LiveId" clId="{9BE76701-0D0E-4C8C-A96A-FB4C517B7D18}" dt="2026-03-09T13:26:58.382" v="73" actId="167"/>
            <ac:spMkLst>
              <pc:docMk/>
              <pc:sldMasterMk cId="648317672" sldId="2147483651"/>
              <pc:sldLayoutMk cId="817013431" sldId="2147483663"/>
              <ac:spMk id="12" creationId="{52F98B4F-0868-F9DE-F944-EA9EC72E65CD}"/>
            </ac:spMkLst>
          </pc:spChg>
          <pc:spChg chg="add mod">
            <ac:chgData name="João Pedro Barros de Ávila" userId="848771e9b4f96367" providerId="LiveId" clId="{9BE76701-0D0E-4C8C-A96A-FB4C517B7D18}" dt="2026-03-09T13:41:29.048" v="237" actId="554"/>
            <ac:spMkLst>
              <pc:docMk/>
              <pc:sldMasterMk cId="648317672" sldId="2147483651"/>
              <pc:sldLayoutMk cId="817013431" sldId="2147483663"/>
              <ac:spMk id="14" creationId="{9F54FC73-469C-314D-9ADF-2CC49FFE2101}"/>
            </ac:spMkLst>
          </pc:spChg>
          <pc:picChg chg="add mod">
            <ac:chgData name="João Pedro Barros de Ávila" userId="848771e9b4f96367" providerId="LiveId" clId="{9BE76701-0D0E-4C8C-A96A-FB4C517B7D18}" dt="2026-03-09T13:26:12.311" v="66"/>
            <ac:picMkLst>
              <pc:docMk/>
              <pc:sldMasterMk cId="648317672" sldId="2147483651"/>
              <pc:sldLayoutMk cId="817013431" sldId="2147483663"/>
              <ac:picMk id="13" creationId="{49C1A186-0E4A-7025-04D3-232DB2BF5657}"/>
            </ac:picMkLst>
          </pc:picChg>
        </pc:sldLayoutChg>
        <pc:sldLayoutChg chg="addSp delSp modSp mod">
          <pc:chgData name="João Pedro Barros de Ávila" userId="848771e9b4f96367" providerId="LiveId" clId="{9BE76701-0D0E-4C8C-A96A-FB4C517B7D18}" dt="2026-03-09T13:50:55.979" v="322" actId="555"/>
          <pc:sldLayoutMkLst>
            <pc:docMk/>
            <pc:sldMasterMk cId="648317672" sldId="2147483651"/>
            <pc:sldLayoutMk cId="740818084" sldId="2147483664"/>
          </pc:sldLayoutMkLst>
          <pc:spChg chg="add mod">
            <ac:chgData name="João Pedro Barros de Ávila" userId="848771e9b4f96367" providerId="LiveId" clId="{9BE76701-0D0E-4C8C-A96A-FB4C517B7D18}" dt="2026-03-09T13:50:55.979" v="322" actId="555"/>
            <ac:spMkLst>
              <pc:docMk/>
              <pc:sldMasterMk cId="648317672" sldId="2147483651"/>
              <pc:sldLayoutMk cId="740818084" sldId="2147483664"/>
              <ac:spMk id="2" creationId="{9E483089-08A1-B053-53A9-963A4492342E}"/>
            </ac:spMkLst>
          </pc:spChg>
          <pc:spChg chg="add mod ord">
            <ac:chgData name="João Pedro Barros de Ávila" userId="848771e9b4f96367" providerId="LiveId" clId="{9BE76701-0D0E-4C8C-A96A-FB4C517B7D18}" dt="2026-03-09T13:47:05.473" v="264" actId="167"/>
            <ac:spMkLst>
              <pc:docMk/>
              <pc:sldMasterMk cId="648317672" sldId="2147483651"/>
              <pc:sldLayoutMk cId="740818084" sldId="2147483664"/>
              <ac:spMk id="11" creationId="{5BBD6F5F-51C6-C3FD-A2D7-9928FC9D3A54}"/>
            </ac:spMkLst>
          </pc:spChg>
          <pc:spChg chg="add mod ord">
            <ac:chgData name="João Pedro Barros de Ávila" userId="848771e9b4f96367" providerId="LiveId" clId="{9BE76701-0D0E-4C8C-A96A-FB4C517B7D18}" dt="2026-03-09T13:48:50.234" v="292" actId="167"/>
            <ac:spMkLst>
              <pc:docMk/>
              <pc:sldMasterMk cId="648317672" sldId="2147483651"/>
              <pc:sldLayoutMk cId="740818084" sldId="2147483664"/>
              <ac:spMk id="15" creationId="{B75AA3CE-9429-6AA7-DE29-2D63B6C566F7}"/>
            </ac:spMkLst>
          </pc:spChg>
          <pc:spChg chg="add mod ord">
            <ac:chgData name="João Pedro Barros de Ávila" userId="848771e9b4f96367" providerId="LiveId" clId="{9BE76701-0D0E-4C8C-A96A-FB4C517B7D18}" dt="2026-03-09T13:50:38.194" v="316" actId="167"/>
            <ac:spMkLst>
              <pc:docMk/>
              <pc:sldMasterMk cId="648317672" sldId="2147483651"/>
              <pc:sldLayoutMk cId="740818084" sldId="2147483664"/>
              <ac:spMk id="17" creationId="{1AA65D2A-5573-6C84-0F42-8B71E7DFC6D8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Y0</c:v>
                </c:pt>
                <c:pt idx="1">
                  <c:v>Y1</c:v>
                </c:pt>
                <c:pt idx="2">
                  <c:v>Y2</c:v>
                </c:pt>
                <c:pt idx="3">
                  <c:v>Y3</c:v>
                </c:pt>
                <c:pt idx="4">
                  <c:v>Y4</c:v>
                </c:pt>
                <c:pt idx="5">
                  <c:v>Y5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308</c:v>
                </c:pt>
                <c:pt idx="2">
                  <c:v>1763</c:v>
                </c:pt>
                <c:pt idx="3">
                  <c:v>5992</c:v>
                </c:pt>
                <c:pt idx="4">
                  <c:v>13198</c:v>
                </c:pt>
                <c:pt idx="5">
                  <c:v>26095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28B-480F-A1FD-633D87740B2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($K)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Y0</c:v>
                </c:pt>
                <c:pt idx="1">
                  <c:v>Y1</c:v>
                </c:pt>
                <c:pt idx="2">
                  <c:v>Y2</c:v>
                </c:pt>
                <c:pt idx="3">
                  <c:v>Y3</c:v>
                </c:pt>
                <c:pt idx="4">
                  <c:v>Y4</c:v>
                </c:pt>
                <c:pt idx="5">
                  <c:v>Y5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-65</c:v>
                </c:pt>
                <c:pt idx="1">
                  <c:v>-523</c:v>
                </c:pt>
                <c:pt idx="2">
                  <c:v>-203</c:v>
                </c:pt>
                <c:pt idx="3">
                  <c:v>2012</c:v>
                </c:pt>
                <c:pt idx="4">
                  <c:v>6808</c:v>
                </c:pt>
                <c:pt idx="5">
                  <c:v>16054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28B-480F-A1FD-633D87740B2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6A42-4040-A77A-8AA46685A364}"/>
              </c:ext>
            </c:extLst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A42-4040-A77A-8AA46685A364}"/>
              </c:ext>
            </c:extLst>
          </c:dPt>
          <c:dPt>
            <c:idx val="2"/>
            <c:bubble3D val="0"/>
            <c:spPr>
              <a:solidFill>
                <a:srgbClr val="0F17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A42-4040-A77A-8AA46685A364}"/>
              </c:ext>
            </c:extLst>
          </c:dPt>
          <c:dPt>
            <c:idx val="3"/>
            <c:bubble3D val="0"/>
            <c:spPr>
              <a:solidFill>
                <a:srgbClr val="0EA5E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A42-4040-A77A-8AA46685A364}"/>
              </c:ext>
            </c:extLst>
          </c:dPt>
          <c:dPt>
            <c:idx val="4"/>
            <c:bubble3D val="0"/>
            <c:spPr>
              <a:solidFill>
                <a:srgbClr val="A855F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A42-4040-A77A-8AA46685A364}"/>
              </c:ext>
            </c:extLst>
          </c:dPt>
          <c:dPt>
            <c:idx val="5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6A42-4040-A77A-8AA46685A364}"/>
              </c:ext>
            </c:extLst>
          </c:dPt>
          <c:dPt>
            <c:idx val="6"/>
            <c:bubble3D val="0"/>
            <c:spPr>
              <a:solidFill>
                <a:srgbClr val="64748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6A42-4040-A77A-8AA46685A364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A42-4040-A77A-8AA46685A364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A42-4040-A77A-8AA46685A364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A42-4040-A77A-8AA46685A364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A42-4040-A77A-8AA46685A364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A42-4040-A77A-8AA46685A364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A42-4040-A77A-8AA46685A364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6A42-4040-A77A-8AA46685A364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Product Dev</c:v>
                </c:pt>
                <c:pt idx="1">
                  <c:v>Marketing</c:v>
                </c:pt>
                <c:pt idx="2">
                  <c:v>Salaries</c:v>
                </c:pt>
                <c:pt idx="3">
                  <c:v>Infrastructure</c:v>
                </c:pt>
                <c:pt idx="4">
                  <c:v>Design</c:v>
                </c:pt>
                <c:pt idx="5">
                  <c:v>Legal</c:v>
                </c:pt>
                <c:pt idx="6">
                  <c:v>Contingency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280</c:v>
                </c:pt>
                <c:pt idx="1">
                  <c:v>240</c:v>
                </c:pt>
                <c:pt idx="2">
                  <c:v>240</c:v>
                </c:pt>
                <c:pt idx="3">
                  <c:v>36</c:v>
                </c:pt>
                <c:pt idx="4">
                  <c:v>45</c:v>
                </c:pt>
                <c:pt idx="5">
                  <c:v>30</c:v>
                </c:pt>
                <c:pt idx="6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A42-4040-A77A-8AA46685A3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AeroDesk Revenue ($M)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B82F6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0.31</c:v>
                </c:pt>
                <c:pt idx="1">
                  <c:v>1.76</c:v>
                </c:pt>
                <c:pt idx="2">
                  <c:v>5.99</c:v>
                </c:pt>
                <c:pt idx="3">
                  <c:v>13.2</c:v>
                </c:pt>
                <c:pt idx="4">
                  <c:v>26.1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4C-4BFA-9A81-E24432F71B7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1B2A4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0F172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0F17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325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1116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17834-3810-3695-B98A-40725199C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56345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14AA5-EF10-F346-2BA2-F28E4072A7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375"/>
            <a:ext cx="6858000" cy="17907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1C1B69-BEE3-72DE-12A5-20237DEFF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1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4E69B-5140-6FC3-8B0E-5449D330D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E914B-F9C8-4E06-A5D5-7AA34D1FB173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D21F10-D231-BFD0-3B5D-ACD888B6E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7F529-F916-E65C-0436-B22222901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1BBF7-9673-4233-94F1-C64FFCBDF92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3969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1116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1">
            <a:extLst>
              <a:ext uri="{FF2B5EF4-FFF2-40B4-BE49-F238E27FC236}">
                <a16:creationId xmlns:a16="http://schemas.microsoft.com/office/drawing/2014/main" id="{1A2DA65D-AC2D-8B50-A2F7-7060EA352274}"/>
              </a:ext>
            </a:extLst>
          </p:cNvPr>
          <p:cNvSpPr/>
          <p:nvPr userDrawn="1"/>
        </p:nvSpPr>
        <p:spPr>
          <a:xfrm>
            <a:off x="6400800" y="2743200"/>
            <a:ext cx="4572000" cy="45720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2F98B4F-0868-F9DE-F944-EA9EC72E65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05840" y="2560320"/>
            <a:ext cx="5486400" cy="824400"/>
          </a:xfrm>
        </p:spPr>
        <p:txBody>
          <a:bodyPr anchor="ctr">
            <a:normAutofit/>
          </a:bodyPr>
          <a:lstStyle>
            <a:lvl1pPr>
              <a:buFontTx/>
              <a:buNone/>
              <a:defRPr sz="2000" i="1">
                <a:solidFill>
                  <a:srgbClr val="96A3B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684ADB6A-44B8-45D4-06F1-2CA546D2C0B4}"/>
              </a:ext>
            </a:extLst>
          </p:cNvPr>
          <p:cNvSpPr/>
          <p:nvPr userDrawn="1"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48A8A68-DA8C-46F5-D152-BB177D7B1F10}"/>
              </a:ext>
            </a:extLst>
          </p:cNvPr>
          <p:cNvSpPr/>
          <p:nvPr userDrawn="1"/>
        </p:nvSpPr>
        <p:spPr>
          <a:xfrm>
            <a:off x="1005840" y="3657600"/>
            <a:ext cx="2286000" cy="13716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9C1A186-0E4A-7025-04D3-232DB2BF565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864220" y="606330"/>
            <a:ext cx="4673840" cy="3702240"/>
          </a:xfrm>
          <a:prstGeom prst="rect">
            <a:avLst/>
          </a:prstGeom>
        </p:spPr>
      </p:pic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9F54FC73-469C-314D-9ADF-2CC49FFE21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05840" y="3840480"/>
            <a:ext cx="7315200" cy="367200"/>
          </a:xfrm>
        </p:spPr>
        <p:txBody>
          <a:bodyPr anchor="ctr">
            <a:noAutofit/>
          </a:bodyPr>
          <a:lstStyle>
            <a:lvl1pPr marL="0" indent="0" algn="just">
              <a:lnSpc>
                <a:spcPct val="100000"/>
              </a:lnSpc>
              <a:spcBef>
                <a:spcPts val="0"/>
              </a:spcBef>
              <a:buFontTx/>
              <a:buNone/>
              <a:defRPr sz="900" b="0" i="0" kern="0" spc="300" baseline="0">
                <a:solidFill>
                  <a:srgbClr val="67748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PRESENTATION  |  DATE  |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17013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rgbClr val="1116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1AA65D2A-5573-6C84-0F42-8B71E7DFC6D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48640" y="4708440"/>
            <a:ext cx="8229600" cy="183600"/>
          </a:xfr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700" b="0" i="0" baseline="0">
                <a:solidFill>
                  <a:srgbClr val="67748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B75AA3CE-9429-6AA7-DE29-2D63B6C566F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48640" y="1097280"/>
            <a:ext cx="8229600" cy="273600"/>
          </a:xfr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300" b="0" i="1" baseline="0">
                <a:solidFill>
                  <a:srgbClr val="60A5F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BBD6F5F-51C6-C3FD-A2D7-9928FC9D3A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548640"/>
            <a:ext cx="8229600" cy="5472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3600" b="1" i="0" baseline="0">
                <a:solidFill>
                  <a:schemeClr val="bg1"/>
                </a:solidFill>
                <a:latin typeface="Trebuchet MS" panose="020B060302020202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9C1A186-0E4A-7025-04D3-232DB2BF565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864220" y="606330"/>
            <a:ext cx="4673840" cy="3702240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E483089-08A1-B053-53A9-963A44923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6600" y="4868863"/>
            <a:ext cx="2057400" cy="2746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481BBF7-9673-4233-94F1-C64FFCBDF925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0818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30E1F-7F6F-EFE9-5885-87DC1BDC4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42686-BF3E-9B00-F1D6-8B01905C0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430F41-B219-C51F-AD12-D6840F626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E914B-F9C8-4E06-A5D5-7AA34D1FB173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7005C-4438-10EC-CC75-188F9D86E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DA2E29-EF36-E9D9-6284-2D45141BE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1BBF7-9673-4233-94F1-C64FFCBDF92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860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A8076-E201-1774-92AB-337D0B518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700"/>
            <a:ext cx="7886700" cy="21399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A8CF1C-FA02-3997-1F64-7108E7152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1700"/>
            <a:ext cx="7886700" cy="11255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13231-19D7-7BA5-62A8-A92154BEB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E914B-F9C8-4E06-A5D5-7AA34D1FB173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AC91A-79AE-8A33-6749-45559BCB2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5585C-4FAF-1C1C-8CCE-ACBDBB329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1BBF7-9673-4233-94F1-C64FFCBDF92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1686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54961-B5FC-B7E6-E4AE-CEC4BEB3F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DA816-143E-7B8B-76FE-D04BF48654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70013"/>
            <a:ext cx="3867150" cy="3262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BF87C8-5470-AC84-60C6-009BCFAA5F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370013"/>
            <a:ext cx="3867150" cy="3262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B35B08-2633-2CC0-0AB4-0D612B5FE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E914B-F9C8-4E06-A5D5-7AA34D1FB173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F091AA-4AD0-D59C-6ABA-9DFCB300A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1FED19-BE1E-218F-7DD7-53C8DB3B7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1BBF7-9673-4233-94F1-C64FFCBDF92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9056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8C966-9DB8-D4FC-7DA3-CE290913F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274638"/>
            <a:ext cx="7886700" cy="9937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6B0F56-3C8F-948A-30A9-29A2A451B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260475"/>
            <a:ext cx="3868737" cy="6191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D4677-EB34-AEAC-978C-96FCDB87A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1879600"/>
            <a:ext cx="3868737" cy="27622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1E99D3-9FFC-5695-D06B-2AB643715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475"/>
            <a:ext cx="3887788" cy="6191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A54D16-6E45-6CB1-4835-2F0929BEBB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9600"/>
            <a:ext cx="3887788" cy="27622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827589-9F70-68B9-7633-A3A96B27E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E914B-F9C8-4E06-A5D5-7AA34D1FB173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7507C5-AF86-3B6E-0EF1-9BCB5EBC8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7874C9-0112-C2F5-FA7A-88CA7B917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1BBF7-9673-4233-94F1-C64FFCBDF92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4693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3470C-4574-9E63-75F0-2DE2ECF80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C0DB89-9EB9-2DD5-7EFE-B3D4CFF57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E914B-F9C8-4E06-A5D5-7AA34D1FB173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1FDB7C-E3A1-F426-DA04-B89AF5CC0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8FF7F8-B44F-7613-19E2-D109268B3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1BBF7-9673-4233-94F1-C64FFCBDF92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5373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C3D188-49E5-1085-C0AF-A4597C822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E914B-F9C8-4E06-A5D5-7AA34D1FB173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EDEAF2-2C7E-59DF-A683-7C54AB462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82C67-CA92-A319-7332-C01BE38A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1BBF7-9673-4233-94F1-C64FFCBDF92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901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8A90C-633C-7A7D-0B68-71729ECF2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8577F-151F-C315-9910-E7D97E7104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997FA8-4A43-0F8F-D9D1-669D764B09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EF17DE-8400-A9D7-C44B-349A8D168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E914B-F9C8-4E06-A5D5-7AA34D1FB173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745A03-5264-E5BB-0B6A-3525FB19D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6E239F-9B49-1803-FFA3-37B09A1EB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1BBF7-9673-4233-94F1-C64FFCBDF92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19722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2E8F4-90FC-98AE-D0C4-3A0E7E850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827100-00A4-7921-581A-9D665E474C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B4245A-DF07-1708-3843-249DCAC4C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3FE052-FBEE-4C94-11BC-5EB7036BB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E914B-F9C8-4E06-A5D5-7AA34D1FB173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EB0B86-AD24-1039-4A2B-C39B566A2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A085C2-C8C4-195C-5567-72DCE066A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1BBF7-9673-4233-94F1-C64FFCBDF92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94716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105F6-2604-69BC-9F69-41E76A599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30A86F-A27D-5EA4-4CFC-C27344631E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6D8B68-FDE9-74B7-02D6-8254488DB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E914B-F9C8-4E06-A5D5-7AA34D1FB173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F21056-AD93-D6D4-3C72-D18BC0B6C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62F6A-7D81-C6AC-9828-C38396719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1BBF7-9673-4233-94F1-C64FFCBDF92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15688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31E897-79AA-2C7B-4B0E-2A19D7FCFA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4638"/>
            <a:ext cx="1971675" cy="43576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D53EED-D996-CC78-6FF4-951DDC8A6C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4638"/>
            <a:ext cx="5762625" cy="435768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2D47-4A67-697E-CA83-ACAF2BD58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E914B-F9C8-4E06-A5D5-7AA34D1FB173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8760B-F5A9-B0A1-0D96-3CA92168F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72D9-48B8-F3AA-ECDC-6128CFC24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1BBF7-9673-4233-94F1-C64FFCBDF92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9805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 userDrawn="1"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A57B6A-FE05-5551-B2A7-D4CA7F522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FB71F2-2D80-8FAB-075D-79A985492C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59892-1C6E-1D15-3F4F-9BC89AC509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0E914B-F9C8-4E06-A5D5-7AA34D1FB173}" type="datetimeFigureOut">
              <a:rPr lang="pt-BR" smtClean="0"/>
              <a:t>17/03/2026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57E61D-4BA1-BB19-6333-5F964740F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295CE-E08A-1927-0CE4-1CE0F84787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81BBF7-9673-4233-94F1-C64FFCBDF925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8317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63" r:id="rId2"/>
    <p:sldLayoutId id="2147483664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8"/>
          <p:cNvSpPr/>
          <p:nvPr/>
        </p:nvSpPr>
        <p:spPr>
          <a:xfrm>
            <a:off x="1005840" y="3840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PRESENTATION  |  MARCH 2026  |  CONFIDENTIAL</a:t>
            </a:r>
            <a:endParaRPr lang="en-US" sz="9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3233CA9-556D-AA2E-572A-CEA2D3C77F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The Modern Marketplace for</a:t>
            </a:r>
          </a:p>
          <a:p>
            <a:r>
              <a:rPr lang="en-US" dirty="0"/>
              <a:t>Pre-Owned Aircraft</a:t>
            </a:r>
            <a:endParaRPr lang="pt-BR" dirty="0"/>
          </a:p>
        </p:txBody>
      </p:sp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2743200"/>
            <a:ext cx="4572000" cy="45720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54864" cy="41148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234440"/>
            <a:ext cx="54864" cy="411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737360"/>
            <a:ext cx="54864" cy="41148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4630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r>
              <a:rPr lang="en-US" sz="5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Desk</a:t>
            </a:r>
            <a:endParaRPr lang="en-US" sz="5600" dirty="0"/>
          </a:p>
        </p:txBody>
      </p:sp>
      <p:sp>
        <p:nvSpPr>
          <p:cNvPr id="9" name="Shape 7"/>
          <p:cNvSpPr/>
          <p:nvPr/>
        </p:nvSpPr>
        <p:spPr>
          <a:xfrm>
            <a:off x="1005840" y="3657600"/>
            <a:ext cx="2286000" cy="137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023491-28AC-F1DC-98A0-BEC7440B5F0B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Market at a Glance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massive, growing, and digitally underserved market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2560320" cy="137160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783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$37.5B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31520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Used Aircraft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(2024)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83280" y="1645920"/>
            <a:ext cx="2560320" cy="137160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83280" y="1645920"/>
            <a:ext cx="54864" cy="13716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9"/>
          <p:cNvSpPr/>
          <p:nvPr/>
        </p:nvSpPr>
        <p:spPr>
          <a:xfrm>
            <a:off x="3566160" y="1783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6.97%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566160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Projected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2035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217920" y="1645920"/>
            <a:ext cx="2560320" cy="137160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17920" y="1645920"/>
            <a:ext cx="54864" cy="13716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0" y="1783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60A5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9,824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6400800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 Executive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Aircraft Fleet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291840"/>
            <a:ext cx="2560320" cy="137160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48640" y="3291840"/>
            <a:ext cx="54864" cy="1371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429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~900K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731520" y="4023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Controller.com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Visits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383280" y="3291840"/>
            <a:ext cx="2560320" cy="137160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383280" y="3291840"/>
            <a:ext cx="54864" cy="13716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4" name="Text 21"/>
          <p:cNvSpPr/>
          <p:nvPr/>
        </p:nvSpPr>
        <p:spPr>
          <a:xfrm>
            <a:off x="3566160" y="3429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$55.5B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3566160" y="4023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Backlogs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(Q2 2025)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217920" y="3291840"/>
            <a:ext cx="2560320" cy="137160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217920" y="3291840"/>
            <a:ext cx="54864" cy="1371600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28" name="Text 25"/>
          <p:cNvSpPr/>
          <p:nvPr/>
        </p:nvSpPr>
        <p:spPr>
          <a:xfrm>
            <a:off x="6400800" y="3429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3C5F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+9.1%</a:t>
            </a:r>
            <a:endParaRPr lang="en-US" sz="3200" dirty="0"/>
          </a:p>
        </p:txBody>
      </p:sp>
      <p:sp>
        <p:nvSpPr>
          <p:cNvPr id="29" name="Text 26"/>
          <p:cNvSpPr/>
          <p:nvPr/>
        </p:nvSpPr>
        <p:spPr>
          <a:xfrm>
            <a:off x="6400800" y="4023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Pre-Owned Txn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H1 2025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48640" y="47091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MRFR, GAMA, Global Jet Capital, JetNet, ANAC</a:t>
            </a:r>
            <a:endParaRPr lang="en-US" sz="7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970E34-93C2-DD94-A49E-9C1E9D3388F5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$37B market running on 1990s technology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325880"/>
            <a:ext cx="256032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5448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5"/>
          <p:cNvSpPr/>
          <p:nvPr/>
        </p:nvSpPr>
        <p:spPr>
          <a:xfrm>
            <a:off x="1417320" y="1783080"/>
            <a:ext cx="640080" cy="64008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9202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Legacy UX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77240" y="29260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Controller.com has App Store reviews citing "added unnecessary steps" and "deliberately less user friendly" after updates.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383280" y="1325880"/>
            <a:ext cx="256032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383280" y="155448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Shape 10"/>
          <p:cNvSpPr/>
          <p:nvPr/>
        </p:nvSpPr>
        <p:spPr>
          <a:xfrm>
            <a:off x="4251960" y="1783080"/>
            <a:ext cx="640080" cy="64008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9202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6616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Price Transparency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3611880" y="29260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valuation tools. Zero pricing intelligence. Deals rely on broker relationships and opaque negotiations.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217920" y="1325880"/>
            <a:ext cx="256032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17920" y="155448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Shape 15"/>
          <p:cNvSpPr/>
          <p:nvPr/>
        </p:nvSpPr>
        <p:spPr>
          <a:xfrm>
            <a:off x="7086600" y="1783080"/>
            <a:ext cx="640080" cy="640080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92024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40080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Brazil Underserved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6446520" y="29260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9,824 executive aircraft with no modern marketplace. Sellers use WhatsApp groups, fragmented classifieds, and broker networks.</a:t>
            </a:r>
            <a:endParaRPr lang="en-US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7326E8-C626-887A-FB8C-69B0A7A64BC0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Opportunity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2011680" cy="2011680"/>
          </a:xfrm>
          <a:prstGeom prst="ellipse">
            <a:avLst/>
          </a:prstGeom>
          <a:solidFill>
            <a:srgbClr val="2563EB">
              <a:alpha val="25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905610"/>
            <a:ext cx="2011680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$78.6B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428646"/>
            <a:ext cx="2011680" cy="844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Used Aircraft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(2035)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91840" y="1828800"/>
            <a:ext cx="1645920" cy="1645920"/>
          </a:xfrm>
          <a:prstGeom prst="ellipse">
            <a:avLst/>
          </a:prstGeom>
          <a:solidFill>
            <a:srgbClr val="3B82F6">
              <a:alpha val="25000"/>
            </a:srgbClr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91840" y="2190902"/>
            <a:ext cx="16459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$1.4B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291840" y="2618842"/>
            <a:ext cx="1645920" cy="6912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Aircraft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486400" y="2194560"/>
            <a:ext cx="1280160" cy="1280160"/>
          </a:xfrm>
          <a:prstGeom prst="ellipse">
            <a:avLst/>
          </a:prstGeom>
          <a:solidFill>
            <a:srgbClr val="0EA5E9">
              <a:alpha val="25000"/>
            </a:srgbClr>
          </a:solidFill>
          <a:ln w="25400">
            <a:solidFill>
              <a:srgbClr val="0EA5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0" y="2476195"/>
            <a:ext cx="1280160" cy="358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$26M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486400" y="2809037"/>
            <a:ext cx="128016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AeroDesk Y5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7132320" y="1463040"/>
            <a:ext cx="36576" cy="2926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7406640" y="1463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764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406640" y="16916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jets delivered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2024 (GAMA)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740664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$55.5B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406640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backlogs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(Q2 2025)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7406640" y="3017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+9.1%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406640" y="32461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Pre-owned txn growth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YoY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7406640" y="3794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7.3%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406640" y="4023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availability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(below 10% avg)</a:t>
            </a:r>
            <a:endParaRPr lang="en-US" sz="75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5C98AB-EE64-3A95-EF81-0ECD80BAD209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563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AeroDesk </a:t>
            </a: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Webmotors of Aviation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Consumer-grade UX meets high-value asset transactions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325880"/>
            <a:ext cx="256032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325880"/>
            <a:ext cx="2560320" cy="9144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41732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18562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World-Class UX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22960" y="24231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 galleries, 360° tours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Intuitive smart filters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responsive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comparison tools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383280" y="1325880"/>
            <a:ext cx="256032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383280" y="1325880"/>
            <a:ext cx="2560320" cy="9144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41732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20440" y="18562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Intelligence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657600" y="24231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valuations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scoring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trend dashboards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recs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7920" y="1325880"/>
            <a:ext cx="256032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217920" y="1325880"/>
            <a:ext cx="2560320" cy="9144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41732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55080" y="18562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 Support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6492240" y="24231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Pre-purchase inspections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 hub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&amp; title search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coordination</a:t>
            </a:r>
            <a:endParaRPr lang="en-US" sz="11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9EDBB1-F107-0239-B053-6ACCE23E372F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 Highlights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AeroDesk, why now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1463040"/>
            <a:ext cx="4114800" cy="96012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463040"/>
            <a:ext cx="54864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5"/>
          <p:cNvSpPr/>
          <p:nvPr/>
        </p:nvSpPr>
        <p:spPr>
          <a:xfrm>
            <a:off x="640080" y="1645920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556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536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Massive Underserved Market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1280160" y="18105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$37.5B global market growing at 7% CAGR with zero modern digital marketplace. Controller.com generates ~$18M on legacy tech.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4846320" y="1463040"/>
            <a:ext cx="4114800" cy="96012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846320" y="1463040"/>
            <a:ext cx="54864" cy="9601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4" name="Shape 10"/>
          <p:cNvSpPr/>
          <p:nvPr/>
        </p:nvSpPr>
        <p:spPr>
          <a:xfrm>
            <a:off x="5029200" y="1645920"/>
            <a:ext cx="502920" cy="50292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17556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669280" y="1536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 Marketplace Playbook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5669280" y="18105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Webmotors/Carvana model to aviation: consumer-grade UX + AI pricing + integrated financing. Proven in auto and real estate.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457200" y="2606040"/>
            <a:ext cx="4114800" cy="96012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57200" y="2606040"/>
            <a:ext cx="54864" cy="9601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0" name="Shape 15"/>
          <p:cNvSpPr/>
          <p:nvPr/>
        </p:nvSpPr>
        <p:spPr>
          <a:xfrm>
            <a:off x="640080" y="2788920"/>
            <a:ext cx="502920" cy="502920"/>
          </a:xfrm>
          <a:prstGeom prst="ellipse">
            <a:avLst/>
          </a:prstGeom>
          <a:solidFill>
            <a:srgbClr val="22C55E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2898648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2679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Brazil-First Advantage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1280160" y="29535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largest GA market globally with zero dominant digital platform. Controller has no Brazil presence. First-mover with LABACE as launch event.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4846320" y="2606040"/>
            <a:ext cx="4114800" cy="96012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846320" y="2606040"/>
            <a:ext cx="54864" cy="960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6" name="Shape 20"/>
          <p:cNvSpPr/>
          <p:nvPr/>
        </p:nvSpPr>
        <p:spPr>
          <a:xfrm>
            <a:off x="5029200" y="278892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8928" y="2898648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669280" y="2679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Diversified Revenue Streams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669280" y="29535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subscriptions, listing fees, commissions (capped at 1%), ancillary services (insurance, PPI, legal), data analytics, and brand advertising.</a:t>
            </a:r>
            <a:endParaRPr 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457200" y="3749040"/>
            <a:ext cx="4114800" cy="96012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57200" y="3749040"/>
            <a:ext cx="54864" cy="9601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2" name="Shape 25"/>
          <p:cNvSpPr/>
          <p:nvPr/>
        </p:nvSpPr>
        <p:spPr>
          <a:xfrm>
            <a:off x="640080" y="3931920"/>
            <a:ext cx="502920" cy="502920"/>
          </a:xfrm>
          <a:prstGeom prst="ellipse">
            <a:avLst/>
          </a:prstGeom>
          <a:solidFill>
            <a:srgbClr val="A855F7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4041648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280160" y="3822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855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Capital-Efficient Execution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1280160" y="40965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$920K seed for 18 months runway. AI-assisted development (Claude Code) for lean MVP build. EBITDA positive by Year 3.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4846320" y="3749040"/>
            <a:ext cx="4114800" cy="96012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4846320" y="3749040"/>
            <a:ext cx="54864" cy="960120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38" name="Shape 30"/>
          <p:cNvSpPr/>
          <p:nvPr/>
        </p:nvSpPr>
        <p:spPr>
          <a:xfrm>
            <a:off x="5029200" y="3931920"/>
            <a:ext cx="502920" cy="502920"/>
          </a:xfrm>
          <a:prstGeom prst="ellipse">
            <a:avLst/>
          </a:prstGeom>
          <a:solidFill>
            <a:srgbClr val="93C5FD"/>
          </a:solidFill>
          <a:ln/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38928" y="4041648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5669280" y="3822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3C5F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 Founder-Market Fit</a:t>
            </a:r>
            <a:endParaRPr lang="en-US" sz="1100" dirty="0"/>
          </a:p>
        </p:txBody>
      </p:sp>
      <p:sp>
        <p:nvSpPr>
          <p:cNvPr id="41" name="Text 32"/>
          <p:cNvSpPr/>
          <p:nvPr/>
        </p:nvSpPr>
        <p:spPr>
          <a:xfrm>
            <a:off x="5669280" y="40965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7+ years leading 30+ M&amp;A transactions, deep Brazil aviation network, investment banking pedigree, and technical marketplace-building capability.</a:t>
            </a:r>
            <a:endParaRPr lang="en-US" sz="85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F14338-5F12-2CA3-2355-D477F85FC458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Landscape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6858000" cy="16916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Platform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Monthly Visits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Listings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UX Score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Mobile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AI Tools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Controller.com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~900K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5,500+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Rated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Trade-A-Plane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~400K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3,000+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AvBuyer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~250K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2,000+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AeroDesk (Target)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App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3"/>
          <p:cNvSpPr/>
          <p:nvPr/>
        </p:nvSpPr>
        <p:spPr>
          <a:xfrm>
            <a:off x="100584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Disruption Thesis</a:t>
            </a:r>
            <a:endParaRPr lang="en-US" sz="1400" dirty="0"/>
          </a:p>
        </p:txBody>
      </p:sp>
      <p:sp>
        <p:nvSpPr>
          <p:cNvPr id="5" name="Text 4"/>
          <p:cNvSpPr/>
          <p:nvPr/>
        </p:nvSpPr>
        <p:spPr>
          <a:xfrm>
            <a:off x="1005840" y="384048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Controller.com generates ~$18M revenue with print-era technology. Its moat is liquidity, not product.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AeroDesk captures share by delivering 10x better experience — starting in Brazil where Controller has zero presence.</a:t>
            </a:r>
            <a:endParaRPr lang="en-US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8715A8-C343-A42D-8B37-74BC6E850912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Revenue Model — 7 Streams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Diversified monetization across SaaS, transactional, and advertising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20040" y="1371600"/>
            <a:ext cx="1965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05840" y="150876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1627632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1480" y="2057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Dealer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Subscriptions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411480" y="25146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$180-$340/mo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plans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2514600" y="1371600"/>
            <a:ext cx="1965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200400" y="1508760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72" y="1627632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606040" y="2057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Listings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2606040" y="25146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$350-$550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listing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4709160" y="1371600"/>
            <a:ext cx="1965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5394960" y="1508760"/>
            <a:ext cx="502920" cy="50292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832" y="1627632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800600" y="2057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Individual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Listings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4800600" y="25146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$80-$120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Pay-per-use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6903720" y="1371600"/>
            <a:ext cx="1965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589520" y="150876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8392" y="1627632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2057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Commissions</a:t>
            </a:r>
            <a:endParaRPr lang="en-US" sz="1050" dirty="0"/>
          </a:p>
        </p:txBody>
      </p:sp>
      <p:sp>
        <p:nvSpPr>
          <p:cNvPr id="25" name="Text 18"/>
          <p:cNvSpPr/>
          <p:nvPr/>
        </p:nvSpPr>
        <p:spPr>
          <a:xfrm>
            <a:off x="6995160" y="25146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0.5%-1.0%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1%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320040" y="3291840"/>
            <a:ext cx="1965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1005840" y="342900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4712" y="3547872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11480" y="3977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Ancillary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Services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411480" y="4434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Insurance, PPI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referrals</a:t>
            </a:r>
            <a:endParaRPr lang="en-US" sz="900" dirty="0"/>
          </a:p>
        </p:txBody>
      </p:sp>
      <p:sp>
        <p:nvSpPr>
          <p:cNvPr id="31" name="Shape 23"/>
          <p:cNvSpPr/>
          <p:nvPr/>
        </p:nvSpPr>
        <p:spPr>
          <a:xfrm>
            <a:off x="2514600" y="3291840"/>
            <a:ext cx="1965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3200400" y="342900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9272" y="3547872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2606040" y="3977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Analytics</a:t>
            </a:r>
            <a:endParaRPr lang="en-US" sz="1050" dirty="0"/>
          </a:p>
        </p:txBody>
      </p:sp>
      <p:sp>
        <p:nvSpPr>
          <p:cNvPr id="35" name="Text 26"/>
          <p:cNvSpPr/>
          <p:nvPr/>
        </p:nvSpPr>
        <p:spPr>
          <a:xfrm>
            <a:off x="2606040" y="4434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$250-$450/mo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</a:t>
            </a:r>
            <a:endParaRPr lang="en-US" sz="900" dirty="0"/>
          </a:p>
        </p:txBody>
      </p:sp>
      <p:sp>
        <p:nvSpPr>
          <p:cNvPr id="36" name="Shape 27"/>
          <p:cNvSpPr/>
          <p:nvPr/>
        </p:nvSpPr>
        <p:spPr>
          <a:xfrm>
            <a:off x="4709160" y="3291840"/>
            <a:ext cx="19659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28"/>
          <p:cNvSpPr/>
          <p:nvPr/>
        </p:nvSpPr>
        <p:spPr>
          <a:xfrm>
            <a:off x="5394960" y="342900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13832" y="3547872"/>
            <a:ext cx="274320" cy="27432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4800600" y="3977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Ads</a:t>
            </a:r>
            <a:endParaRPr lang="en-US" sz="1050" dirty="0"/>
          </a:p>
        </p:txBody>
      </p:sp>
      <p:sp>
        <p:nvSpPr>
          <p:cNvPr id="40" name="Text 30"/>
          <p:cNvSpPr/>
          <p:nvPr/>
        </p:nvSpPr>
        <p:spPr>
          <a:xfrm>
            <a:off x="4800600" y="4434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$1.5K-$3.5K/mo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packages</a:t>
            </a:r>
            <a:endParaRPr lang="en-US" sz="9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FBAEB8-0993-6FC0-CCD9-DB72E098DF76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Go-to-Market Strategy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188720"/>
            <a:ext cx="2560320" cy="594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12070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M1-6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4447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Brazil Launch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5603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0116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LABACE 2026 debut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founding dealers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+ WhatsApp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 partnership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1188720"/>
            <a:ext cx="2560320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8"/>
          <p:cNvSpPr/>
          <p:nvPr/>
        </p:nvSpPr>
        <p:spPr>
          <a:xfrm>
            <a:off x="3383280" y="12070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M7-12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383280" y="14447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LatAm Expansion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383280" y="1874520"/>
            <a:ext cx="25603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566160" y="20116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Mexico, Colombia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 localization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partnerships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 listings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1188720"/>
            <a:ext cx="2560320" cy="59436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0" y="12070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M13-24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217920" y="14447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Global Entry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17920" y="1874520"/>
            <a:ext cx="25603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00800" y="20116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US/English market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Controller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5,500+ listings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pricing live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200400" y="1481328"/>
            <a:ext cx="457200" cy="0"/>
          </a:xfrm>
          <a:prstGeom prst="line">
            <a:avLst/>
          </a:prstGeom>
          <a:noFill/>
          <a:ln w="25400">
            <a:solidFill>
              <a:srgbClr val="0F172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035040" y="1481328"/>
            <a:ext cx="457200" cy="0"/>
          </a:xfrm>
          <a:prstGeom prst="line">
            <a:avLst/>
          </a:prstGeom>
          <a:noFill/>
          <a:ln w="25400">
            <a:solidFill>
              <a:srgbClr val="0F172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3931920"/>
            <a:ext cx="82296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3977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CHANNELS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822960" y="4251960"/>
            <a:ext cx="1417320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" y="42519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SEO-First Content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2423160" y="4251960"/>
            <a:ext cx="1417320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4"/>
          <p:cNvSpPr/>
          <p:nvPr/>
        </p:nvSpPr>
        <p:spPr>
          <a:xfrm>
            <a:off x="2423160" y="42519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 Events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023360" y="4251960"/>
            <a:ext cx="1417320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9" name="Text 26"/>
          <p:cNvSpPr/>
          <p:nvPr/>
        </p:nvSpPr>
        <p:spPr>
          <a:xfrm>
            <a:off x="4023360" y="42519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BD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23560" y="4251960"/>
            <a:ext cx="1417320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1" name="Text 28"/>
          <p:cNvSpPr/>
          <p:nvPr/>
        </p:nvSpPr>
        <p:spPr>
          <a:xfrm>
            <a:off x="5623560" y="42519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+ Influencer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7223760" y="4251960"/>
            <a:ext cx="1417320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0"/>
          <p:cNvSpPr/>
          <p:nvPr/>
        </p:nvSpPr>
        <p:spPr>
          <a:xfrm>
            <a:off x="7223760" y="42519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(PT)</a:t>
            </a:r>
            <a:endParaRPr lang="en-US" sz="85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946F12-9783-0C2F-B559-1704599784AF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Operational Highlights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targets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560320" cy="155448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371600"/>
            <a:ext cx="54864" cy="1554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508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1,000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3152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Dealer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83280" y="1371600"/>
            <a:ext cx="2560320" cy="155448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83280" y="1371600"/>
            <a:ext cx="54864" cy="155448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9"/>
          <p:cNvSpPr/>
          <p:nvPr/>
        </p:nvSpPr>
        <p:spPr>
          <a:xfrm>
            <a:off x="3566160" y="1508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18,000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56616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Active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217920" y="1371600"/>
            <a:ext cx="2560320" cy="155448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17920" y="1371600"/>
            <a:ext cx="54864" cy="1554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0" y="1508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1.5M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640080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Unique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200400"/>
            <a:ext cx="2560320" cy="155448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48640" y="32004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337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1,100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73152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Facilitated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383280" y="3200400"/>
            <a:ext cx="2560320" cy="155448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383280" y="3200400"/>
            <a:ext cx="54864" cy="155448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4" name="Text 21"/>
          <p:cNvSpPr/>
          <p:nvPr/>
        </p:nvSpPr>
        <p:spPr>
          <a:xfrm>
            <a:off x="3566160" y="3337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A855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356616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Advertisers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217920" y="3200400"/>
            <a:ext cx="2560320" cy="155448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217920" y="3200400"/>
            <a:ext cx="54864" cy="1554480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28" name="Text 25"/>
          <p:cNvSpPr/>
          <p:nvPr/>
        </p:nvSpPr>
        <p:spPr>
          <a:xfrm>
            <a:off x="6400800" y="3337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3C5F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2.5%</a:t>
            </a:r>
            <a:endParaRPr lang="en-US" sz="3200" dirty="0"/>
          </a:p>
        </p:txBody>
      </p:sp>
      <p:sp>
        <p:nvSpPr>
          <p:cNvPr id="29" name="Text 26"/>
          <p:cNvSpPr/>
          <p:nvPr/>
        </p:nvSpPr>
        <p:spPr>
          <a:xfrm>
            <a:off x="640080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(Online TAM)</a:t>
            </a:r>
            <a:endParaRPr lang="en-US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EDE475-1547-F733-0823-824CFD497B24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Highlights</a:t>
            </a:r>
            <a:endParaRPr lang="en-US" sz="3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1005840"/>
          <a:ext cx="530352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1005840"/>
            <a:ext cx="3017520" cy="2743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3"/>
          <p:cNvSpPr/>
          <p:nvPr/>
        </p:nvSpPr>
        <p:spPr>
          <a:xfrm>
            <a:off x="6126480" y="11430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$26.1M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7498080" y="11430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 Revenue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612648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$16.1M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498080" y="1645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 EBITDA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6126480" y="2148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61.5%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498080" y="2148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 EBITDA Margin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6126480" y="2651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$13.6M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498080" y="2651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 Net Income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126480" y="3154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172%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7498080" y="31546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(10x EBITDA exit)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54864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Margin Progression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06240"/>
          <a:ext cx="8229600" cy="94183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Y1</a:t>
                      </a:r>
                      <a:endParaRPr lang="en-US" sz="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Y2</a:t>
                      </a:r>
                      <a:endParaRPr lang="en-US" sz="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Y3</a:t>
                      </a:r>
                      <a:endParaRPr lang="en-US" sz="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Y4</a:t>
                      </a:r>
                      <a:endParaRPr lang="en-US" sz="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Y5</a:t>
                      </a:r>
                      <a:endParaRPr lang="en-US" sz="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Margin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Margin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(170%)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(11%)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Margin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(181%)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(14%)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7E7C3CC-44A9-4EC5-8F2D-885F98AF7673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of Proceeds — $920K Seed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months of runway to reach EBITDA breakeven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182880" y="1280160"/>
          <a:ext cx="41148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3"/>
          <p:cNvSpPr/>
          <p:nvPr/>
        </p:nvSpPr>
        <p:spPr>
          <a:xfrm>
            <a:off x="4572000" y="1325880"/>
            <a:ext cx="429768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572000" y="1325880"/>
            <a:ext cx="54864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5"/>
          <p:cNvSpPr/>
          <p:nvPr/>
        </p:nvSpPr>
        <p:spPr>
          <a:xfrm>
            <a:off x="4754880" y="134416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Development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754880" y="16002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web + mobile app, search infra, AI engine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7772400" y="1344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563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$280K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772400" y="1600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572000" y="2020824"/>
            <a:ext cx="429768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020824"/>
            <a:ext cx="54864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1"/>
          <p:cNvSpPr/>
          <p:nvPr/>
        </p:nvSpPr>
        <p:spPr>
          <a:xfrm>
            <a:off x="4754880" y="20391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Marketing &amp; GTM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754880" y="22951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LABACE, SEO, Google Ads, content, BD outreach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7772400" y="20391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$240K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772400" y="22951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4572000" y="2715768"/>
            <a:ext cx="429768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572000" y="2715768"/>
            <a:ext cx="54864" cy="56692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1" name="Text 17"/>
          <p:cNvSpPr/>
          <p:nvPr/>
        </p:nvSpPr>
        <p:spPr>
          <a:xfrm>
            <a:off x="4754880" y="27340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Salaries &amp; Ops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754880" y="29900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team (2 co-founders + early hires), 18mo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7772400" y="273405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$240K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7772400" y="29900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4572000" y="3410712"/>
            <a:ext cx="429768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572000" y="3410712"/>
            <a:ext cx="54864" cy="56692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7" name="Text 23"/>
          <p:cNvSpPr/>
          <p:nvPr/>
        </p:nvSpPr>
        <p:spPr>
          <a:xfrm>
            <a:off x="4754880" y="34290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Infra + Design + Legal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4754880" y="368503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hosting, branding, compliance, entity setup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772400" y="3429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$111K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7772400" y="36850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800" dirty="0"/>
          </a:p>
        </p:txBody>
      </p:sp>
      <p:sp>
        <p:nvSpPr>
          <p:cNvPr id="31" name="Shape 27"/>
          <p:cNvSpPr/>
          <p:nvPr/>
        </p:nvSpPr>
        <p:spPr>
          <a:xfrm>
            <a:off x="4572000" y="4105656"/>
            <a:ext cx="429768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572000" y="4105656"/>
            <a:ext cx="54864" cy="56692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3" name="Text 29"/>
          <p:cNvSpPr/>
          <p:nvPr/>
        </p:nvSpPr>
        <p:spPr>
          <a:xfrm>
            <a:off x="4754880" y="412394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Contingency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4754880" y="43799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for unforeseen costs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772400" y="412394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$49K</a:t>
            </a:r>
            <a:endParaRPr lang="en-US" sz="1200" dirty="0"/>
          </a:p>
        </p:txBody>
      </p:sp>
      <p:sp>
        <p:nvSpPr>
          <p:cNvPr id="36" name="Text 32"/>
          <p:cNvSpPr/>
          <p:nvPr/>
        </p:nvSpPr>
        <p:spPr>
          <a:xfrm>
            <a:off x="7772400" y="43799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4068FA-50D2-E0F6-DE40-4DEF7E5968F5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Assumptions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3832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Assumption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Y1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Y2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Y3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Y4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Y5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Dealer Subscribers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Listings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Transactions Closed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Transaction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$850K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$900K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$1.05M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 Advertisers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Mktg % of Revenue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Headcount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rate capped at 1.0% from Year 3 onward to minimize disintermediation risk</a:t>
            </a:r>
            <a:endParaRPr lang="en-US" sz="9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B2CA29-2227-D3D9-57CF-303F740297EA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Share Evolution</a:t>
            </a:r>
            <a:endParaRPr lang="en-US" sz="3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09728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1097280"/>
            <a:ext cx="3017520" cy="3200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7" name="Text 3"/>
          <p:cNvSpPr/>
          <p:nvPr/>
        </p:nvSpPr>
        <p:spPr>
          <a:xfrm>
            <a:off x="6035040" y="1188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METRICS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6126480" y="1554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7040880" y="15544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0.04%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863840" y="1554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$0.3M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126480" y="1901952"/>
            <a:ext cx="2560320" cy="0"/>
          </a:xfrm>
          <a:prstGeom prst="line">
            <a:avLst/>
          </a:prstGeom>
          <a:noFill/>
          <a:ln w="6350">
            <a:solidFill>
              <a:srgbClr val="0F172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126480" y="20848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040880" y="20848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0.21%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863840" y="20848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$1.8M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126480" y="2432304"/>
            <a:ext cx="2560320" cy="0"/>
          </a:xfrm>
          <a:prstGeom prst="line">
            <a:avLst/>
          </a:prstGeom>
          <a:noFill/>
          <a:ln w="6350">
            <a:solidFill>
              <a:srgbClr val="0F17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126480" y="261518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7040880" y="261518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0.65%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863840" y="261518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$6.0M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126480" y="2962656"/>
            <a:ext cx="2560320" cy="0"/>
          </a:xfrm>
          <a:prstGeom prst="line">
            <a:avLst/>
          </a:prstGeom>
          <a:noFill/>
          <a:ln w="6350">
            <a:solidFill>
              <a:srgbClr val="0F17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126480" y="314553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4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7040880" y="3145536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1.35%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7863840" y="314553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$13.2M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126480" y="3493008"/>
            <a:ext cx="2560320" cy="0"/>
          </a:xfrm>
          <a:prstGeom prst="line">
            <a:avLst/>
          </a:prstGeom>
          <a:noFill/>
          <a:ln w="6350">
            <a:solidFill>
              <a:srgbClr val="0F172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126480" y="3675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7040880" y="36758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2.49%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7863840" y="3675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$26.1M</a:t>
            </a:r>
            <a:endParaRPr lang="en-US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FF9D88-04A5-5513-B901-84A2794384BE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2563EB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2" y="2346512"/>
            <a:ext cx="5486400" cy="54864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731520"/>
            <a:ext cx="54864" cy="41148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34440"/>
            <a:ext cx="54864" cy="411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737360"/>
            <a:ext cx="54864" cy="41148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Aero</a:t>
            </a:r>
            <a:r>
              <a:rPr lang="en-US" sz="5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Desk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1005840" y="2286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sky is the starting point.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05840" y="2926080"/>
            <a:ext cx="3200400" cy="137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1089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raising $920K to build the definitive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marketplace for pre-owned aircraft.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Aerodesk-ai.com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FOR QUALIFIED INVESTORS ONLY</a:t>
            </a:r>
            <a:endParaRPr lang="en-US" sz="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9E3B3-ABA7-711A-A46A-B24F400584E1}"/>
              </a:ext>
            </a:extLst>
          </p:cNvPr>
          <p:cNvSpPr txBox="1"/>
          <p:nvPr/>
        </p:nvSpPr>
        <p:spPr>
          <a:xfrm rot="19501435">
            <a:off x="1475379" y="2297288"/>
            <a:ext cx="5415566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pt-BR" sz="4800" dirty="0">
                <a:solidFill>
                  <a:srgbClr val="D9D9D9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1088</Words>
  <Application>Microsoft Office PowerPoint</Application>
  <PresentationFormat>On-screen Show (16:9)</PresentationFormat>
  <Paragraphs>378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Trebuchet MS</vt:lpstr>
      <vt:lpstr>Office Theme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AeroDesk - Investor Pitch Deck</dc:title>
  <dc:subject>PptxGenJS Presentation</dc:subject>
  <dc:creator>AeroDesk</dc:creator>
  <cp:lastModifiedBy>João Pedro Barros de Ávila</cp:lastModifiedBy>
  <cp:revision>1</cp:revision>
  <dcterms:created xsi:type="dcterms:W3CDTF">2026-03-09T08:50:15Z</dcterms:created>
  <dcterms:modified xsi:type="dcterms:W3CDTF">2026-03-17T04:28:03Z</dcterms:modified>
</cp:coreProperties>
</file>