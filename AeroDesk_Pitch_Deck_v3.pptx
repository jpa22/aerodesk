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7489"/>
    <a:srgbClr val="60A5FA"/>
    <a:srgbClr val="96A3B7"/>
    <a:srgbClr val="111629"/>
    <a:srgbClr val="1E2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19347-6823-4A07-B929-A44527AF2C19}" v="23" dt="2026-03-09T13:49:1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740" y="7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edro Barros de Ávila" userId="848771e9b4f96367" providerId="LiveId" clId="{9BE76701-0D0E-4C8C-A96A-FB4C517B7D18}"/>
    <pc:docChg chg="undo redo custSel addSld delSld modSld addMainMaster modMainMaster">
      <pc:chgData name="João Pedro Barros de Ávila" userId="848771e9b4f96367" providerId="LiveId" clId="{9BE76701-0D0E-4C8C-A96A-FB4C517B7D18}" dt="2026-03-15T21:51:01.323" v="335" actId="478"/>
      <pc:docMkLst>
        <pc:docMk/>
      </pc:docMkLst>
      <pc:sldChg chg="addSp delSp modSp mod modClrScheme chgLayout">
        <pc:chgData name="João Pedro Barros de Ávila" userId="848771e9b4f96367" providerId="LiveId" clId="{9BE76701-0D0E-4C8C-A96A-FB4C517B7D18}" dt="2026-03-09T13:53:16.234" v="332" actId="1076"/>
        <pc:sldMkLst>
          <pc:docMk/>
          <pc:sldMk cId="0" sldId="256"/>
        </pc:sldMkLst>
        <pc:spChg chg="ord">
          <ac:chgData name="João Pedro Barros de Ávila" userId="848771e9b4f96367" providerId="LiveId" clId="{9BE76701-0D0E-4C8C-A96A-FB4C517B7D18}" dt="2026-03-09T13:53:11.711" v="330" actId="167"/>
          <ac:spMkLst>
            <pc:docMk/>
            <pc:sldMk cId="0" sldId="256"/>
            <ac:spMk id="10" creationId="{00000000-0000-0000-0000-000000000000}"/>
          </ac:spMkLst>
        </pc:spChg>
        <pc:spChg chg="add mod ord">
          <ac:chgData name="João Pedro Barros de Ávila" userId="848771e9b4f96367" providerId="LiveId" clId="{9BE76701-0D0E-4C8C-A96A-FB4C517B7D18}" dt="2026-03-09T13:53:00.967" v="328"/>
          <ac:spMkLst>
            <pc:docMk/>
            <pc:sldMk cId="0" sldId="256"/>
            <ac:spMk id="11" creationId="{43233CA9-556D-AA2E-572A-CEA2D3C77F7C}"/>
          </ac:spMkLst>
        </pc:spChg>
        <pc:spChg chg="add mod ord">
          <ac:chgData name="João Pedro Barros de Ávila" userId="848771e9b4f96367" providerId="LiveId" clId="{9BE76701-0D0E-4C8C-A96A-FB4C517B7D18}" dt="2026-03-09T13:53:16.234" v="332" actId="1076"/>
          <ac:spMkLst>
            <pc:docMk/>
            <pc:sldMk cId="0" sldId="256"/>
            <ac:spMk id="12" creationId="{6D92F63B-285F-78A8-ED81-0EE6C4287709}"/>
          </ac:spMkLst>
        </pc:spChg>
      </pc:sldChg>
      <pc:sldChg chg="delSp mod">
        <pc:chgData name="João Pedro Barros de Ávila" userId="848771e9b4f96367" providerId="LiveId" clId="{9BE76701-0D0E-4C8C-A96A-FB4C517B7D18}" dt="2026-03-09T11:32:10.515" v="20" actId="21"/>
        <pc:sldMkLst>
          <pc:docMk/>
          <pc:sldMk cId="0" sldId="257"/>
        </pc:sldMkLst>
      </pc:sldChg>
      <pc:sldChg chg="delSp mod">
        <pc:chgData name="João Pedro Barros de Ávila" userId="848771e9b4f96367" providerId="LiveId" clId="{9BE76701-0D0E-4C8C-A96A-FB4C517B7D18}" dt="2026-03-09T11:32:55.399" v="33" actId="478"/>
        <pc:sldMkLst>
          <pc:docMk/>
          <pc:sldMk cId="0" sldId="258"/>
        </pc:sldMkLst>
      </pc:sldChg>
      <pc:sldChg chg="delSp mod">
        <pc:chgData name="João Pedro Barros de Ávila" userId="848771e9b4f96367" providerId="LiveId" clId="{9BE76701-0D0E-4C8C-A96A-FB4C517B7D18}" dt="2026-03-09T11:32:28.977" v="22" actId="478"/>
        <pc:sldMkLst>
          <pc:docMk/>
          <pc:sldMk cId="0" sldId="259"/>
        </pc:sldMkLst>
      </pc:sldChg>
      <pc:sldChg chg="delSp mod">
        <pc:chgData name="João Pedro Barros de Ávila" userId="848771e9b4f96367" providerId="LiveId" clId="{9BE76701-0D0E-4C8C-A96A-FB4C517B7D18}" dt="2026-03-09T11:32:32.334" v="23" actId="478"/>
        <pc:sldMkLst>
          <pc:docMk/>
          <pc:sldMk cId="0" sldId="260"/>
        </pc:sldMkLst>
      </pc:sldChg>
      <pc:sldChg chg="delSp mod">
        <pc:chgData name="João Pedro Barros de Ávila" userId="848771e9b4f96367" providerId="LiveId" clId="{9BE76701-0D0E-4C8C-A96A-FB4C517B7D18}" dt="2026-03-09T11:32:33.825" v="24" actId="478"/>
        <pc:sldMkLst>
          <pc:docMk/>
          <pc:sldMk cId="0" sldId="261"/>
        </pc:sldMkLst>
      </pc:sldChg>
      <pc:sldChg chg="delSp mod">
        <pc:chgData name="João Pedro Barros de Ávila" userId="848771e9b4f96367" providerId="LiveId" clId="{9BE76701-0D0E-4C8C-A96A-FB4C517B7D18}" dt="2026-03-09T11:32:35.455" v="25" actId="478"/>
        <pc:sldMkLst>
          <pc:docMk/>
          <pc:sldMk cId="0" sldId="262"/>
        </pc:sldMkLst>
      </pc:sldChg>
      <pc:sldChg chg="delSp mod">
        <pc:chgData name="João Pedro Barros de Ávila" userId="848771e9b4f96367" providerId="LiveId" clId="{9BE76701-0D0E-4C8C-A96A-FB4C517B7D18}" dt="2026-03-09T11:32:36.837" v="26" actId="478"/>
        <pc:sldMkLst>
          <pc:docMk/>
          <pc:sldMk cId="0" sldId="263"/>
        </pc:sldMkLst>
      </pc:sldChg>
      <pc:sldChg chg="delSp mod">
        <pc:chgData name="João Pedro Barros de Ávila" userId="848771e9b4f96367" providerId="LiveId" clId="{9BE76701-0D0E-4C8C-A96A-FB4C517B7D18}" dt="2026-03-09T11:32:38.493" v="27" actId="478"/>
        <pc:sldMkLst>
          <pc:docMk/>
          <pc:sldMk cId="0" sldId="264"/>
        </pc:sldMkLst>
      </pc:sldChg>
      <pc:sldChg chg="delSp mod">
        <pc:chgData name="João Pedro Barros de Ávila" userId="848771e9b4f96367" providerId="LiveId" clId="{9BE76701-0D0E-4C8C-A96A-FB4C517B7D18}" dt="2026-03-09T11:32:40.186" v="28" actId="478"/>
        <pc:sldMkLst>
          <pc:docMk/>
          <pc:sldMk cId="0" sldId="265"/>
        </pc:sldMkLst>
      </pc:sldChg>
      <pc:sldChg chg="delSp modSp mod">
        <pc:chgData name="João Pedro Barros de Ávila" userId="848771e9b4f96367" providerId="LiveId" clId="{9BE76701-0D0E-4C8C-A96A-FB4C517B7D18}" dt="2026-03-09T11:32:41.948" v="29" actId="478"/>
        <pc:sldMkLst>
          <pc:docMk/>
          <pc:sldMk cId="0" sldId="266"/>
        </pc:sldMkLst>
        <pc:spChg chg="mod">
          <ac:chgData name="João Pedro Barros de Ávila" userId="848771e9b4f96367" providerId="LiveId" clId="{9BE76701-0D0E-4C8C-A96A-FB4C517B7D18}" dt="2026-03-09T11:30:58.868" v="6" actId="20577"/>
          <ac:spMkLst>
            <pc:docMk/>
            <pc:sldMk cId="0" sldId="266"/>
            <ac:spMk id="16" creationId="{00000000-0000-0000-0000-000000000000}"/>
          </ac:spMkLst>
        </pc:spChg>
      </pc:sldChg>
      <pc:sldChg chg="delSp mod">
        <pc:chgData name="João Pedro Barros de Ávila" userId="848771e9b4f96367" providerId="LiveId" clId="{9BE76701-0D0E-4C8C-A96A-FB4C517B7D18}" dt="2026-03-09T11:32:43.682" v="30" actId="478"/>
        <pc:sldMkLst>
          <pc:docMk/>
          <pc:sldMk cId="0" sldId="267"/>
        </pc:sldMkLst>
      </pc:sldChg>
      <pc:sldChg chg="delSp mod">
        <pc:chgData name="João Pedro Barros de Ávila" userId="848771e9b4f96367" providerId="LiveId" clId="{9BE76701-0D0E-4C8C-A96A-FB4C517B7D18}" dt="2026-03-09T11:32:45.711" v="31" actId="478"/>
        <pc:sldMkLst>
          <pc:docMk/>
          <pc:sldMk cId="0" sldId="268"/>
        </pc:sldMkLst>
      </pc:sldChg>
      <pc:sldChg chg="delSp mod">
        <pc:chgData name="João Pedro Barros de Ávila" userId="848771e9b4f96367" providerId="LiveId" clId="{9BE76701-0D0E-4C8C-A96A-FB4C517B7D18}" dt="2026-03-09T11:32:47.240" v="32" actId="478"/>
        <pc:sldMkLst>
          <pc:docMk/>
          <pc:sldMk cId="0" sldId="269"/>
        </pc:sldMkLst>
      </pc:sldChg>
      <pc:sldChg chg="addSp delSp modSp mod">
        <pc:chgData name="João Pedro Barros de Ávila" userId="848771e9b4f96367" providerId="LiveId" clId="{9BE76701-0D0E-4C8C-A96A-FB4C517B7D18}" dt="2026-03-15T21:51:01.323" v="335" actId="478"/>
        <pc:sldMkLst>
          <pc:docMk/>
          <pc:sldMk cId="0" sldId="270"/>
        </pc:sldMkLst>
        <pc:spChg chg="add del">
          <ac:chgData name="João Pedro Barros de Ávila" userId="848771e9b4f96367" providerId="LiveId" clId="{9BE76701-0D0E-4C8C-A96A-FB4C517B7D18}" dt="2026-03-15T21:51:01.323" v="335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João Pedro Barros de Ávila" userId="848771e9b4f96367" providerId="LiveId" clId="{9BE76701-0D0E-4C8C-A96A-FB4C517B7D18}" dt="2026-03-15T21:50:54.177" v="333" actId="1076"/>
          <ac:spMkLst>
            <pc:docMk/>
            <pc:sldMk cId="0" sldId="270"/>
            <ac:spMk id="4" creationId="{00000000-0000-0000-0000-000000000000}"/>
          </ac:spMkLst>
        </pc:spChg>
      </pc:sldChg>
      <pc:sldMasterChg chg="addSp modSp modSldLayout">
        <pc:chgData name="João Pedro Barros de Ávila" userId="848771e9b4f96367" providerId="LiveId" clId="{9BE76701-0D0E-4C8C-A96A-FB4C517B7D18}" dt="2026-03-09T13:26:11.088" v="65" actId="21"/>
        <pc:sldMasterMkLst>
          <pc:docMk/>
          <pc:sldMasterMk cId="0" sldId="2147483648"/>
        </pc:sldMasterMkLst>
        <pc:spChg chg="add mod">
          <ac:chgData name="João Pedro Barros de Ávila" userId="848771e9b4f96367" providerId="LiveId" clId="{9BE76701-0D0E-4C8C-A96A-FB4C517B7D18}" dt="2026-03-09T11:32:15.755" v="21"/>
          <ac:spMkLst>
            <pc:docMk/>
            <pc:sldMasterMk cId="0" sldId="2147483648"/>
            <ac:spMk id="3" creationId="{00000000-0000-0000-0000-000000000000}"/>
          </ac:spMkLst>
        </pc:spChg>
        <pc:sldLayoutChg chg="addSp delSp modSp mod">
          <pc:chgData name="João Pedro Barros de Ávila" userId="848771e9b4f96367" providerId="LiveId" clId="{9BE76701-0D0E-4C8C-A96A-FB4C517B7D18}" dt="2026-03-09T13:20:31.881" v="37" actId="21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 setBg">
          <pc:chgData name="João Pedro Barros de Ávila" userId="848771e9b4f96367" providerId="LiveId" clId="{9BE76701-0D0E-4C8C-A96A-FB4C517B7D18}" dt="2026-03-09T13:26:11.088" v="65" actId="21"/>
          <pc:sldLayoutMkLst>
            <pc:docMk/>
            <pc:sldMasterMk cId="0" sldId="2147483648"/>
            <pc:sldLayoutMk cId="2956345676" sldId="2147483650"/>
          </pc:sldLayoutMkLst>
        </pc:sldLayoutChg>
      </pc:sldMasterChg>
      <pc:sldMasterChg chg="new mod addSldLayout modSldLayout">
        <pc:chgData name="João Pedro Barros de Ávila" userId="848771e9b4f96367" providerId="LiveId" clId="{9BE76701-0D0E-4C8C-A96A-FB4C517B7D18}" dt="2026-03-09T13:50:55.979" v="322" actId="555"/>
        <pc:sldMasterMkLst>
          <pc:docMk/>
          <pc:sldMasterMk cId="648317672" sldId="2147483651"/>
        </pc:sldMasterMkLst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3213969532" sldId="2147483652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223860237" sldId="2147483653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3241686376" sldId="2147483654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3389056299" sldId="2147483655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2994693427" sldId="2147483656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4025373342" sldId="2147483657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417590117" sldId="2147483658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2091972263" sldId="2147483659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4099471634" sldId="2147483660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2541568823" sldId="2147483661"/>
          </pc:sldLayoutMkLst>
        </pc:sldLayoutChg>
        <pc:sldLayoutChg chg="new replId">
          <pc:chgData name="João Pedro Barros de Ávila" userId="848771e9b4f96367" providerId="LiveId" clId="{9BE76701-0D0E-4C8C-A96A-FB4C517B7D18}" dt="2026-03-09T13:21:48.870" v="43" actId="6938"/>
          <pc:sldLayoutMkLst>
            <pc:docMk/>
            <pc:sldMasterMk cId="648317672" sldId="2147483651"/>
            <pc:sldLayoutMk cId="779805673" sldId="2147483662"/>
          </pc:sldLayoutMkLst>
        </pc:sldLayoutChg>
        <pc:sldLayoutChg chg="addSp delSp modSp mod setBg">
          <pc:chgData name="João Pedro Barros de Ávila" userId="848771e9b4f96367" providerId="LiveId" clId="{9BE76701-0D0E-4C8C-A96A-FB4C517B7D18}" dt="2026-03-09T13:41:43.567" v="242" actId="478"/>
          <pc:sldLayoutMkLst>
            <pc:docMk/>
            <pc:sldMasterMk cId="648317672" sldId="2147483651"/>
            <pc:sldLayoutMk cId="817013431" sldId="2147483663"/>
          </pc:sldLayoutMkLst>
          <pc:spChg chg="add mod">
            <ac:chgData name="João Pedro Barros de Ávila" userId="848771e9b4f96367" providerId="LiveId" clId="{9BE76701-0D0E-4C8C-A96A-FB4C517B7D18}" dt="2026-03-09T13:22:31.525" v="45"/>
            <ac:spMkLst>
              <pc:docMk/>
              <pc:sldMasterMk cId="648317672" sldId="2147483651"/>
              <pc:sldLayoutMk cId="817013431" sldId="2147483663"/>
              <ac:spMk id="6" creationId="{684ADB6A-44B8-45D4-06F1-2CA546D2C0B4}"/>
            </ac:spMkLst>
          </pc:spChg>
          <pc:spChg chg="add mod ord">
            <ac:chgData name="João Pedro Barros de Ávila" userId="848771e9b4f96367" providerId="LiveId" clId="{9BE76701-0D0E-4C8C-A96A-FB4C517B7D18}" dt="2026-03-09T13:41:41.699" v="241" actId="167"/>
            <ac:spMkLst>
              <pc:docMk/>
              <pc:sldMasterMk cId="648317672" sldId="2147483651"/>
              <pc:sldLayoutMk cId="817013431" sldId="2147483663"/>
              <ac:spMk id="7" creationId="{1A2DA65D-AC2D-8B50-A2F7-7060EA352274}"/>
            </ac:spMkLst>
          </pc:spChg>
          <pc:spChg chg="add mod">
            <ac:chgData name="João Pedro Barros de Ávila" userId="848771e9b4f96367" providerId="LiveId" clId="{9BE76701-0D0E-4C8C-A96A-FB4C517B7D18}" dt="2026-03-09T13:22:53.658" v="48"/>
            <ac:spMkLst>
              <pc:docMk/>
              <pc:sldMasterMk cId="648317672" sldId="2147483651"/>
              <pc:sldLayoutMk cId="817013431" sldId="2147483663"/>
              <ac:spMk id="9" creationId="{848A8A68-DA8C-46F5-D152-BB177D7B1F10}"/>
            </ac:spMkLst>
          </pc:spChg>
          <pc:spChg chg="add mod ord">
            <ac:chgData name="João Pedro Barros de Ávila" userId="848771e9b4f96367" providerId="LiveId" clId="{9BE76701-0D0E-4C8C-A96A-FB4C517B7D18}" dt="2026-03-09T13:26:58.382" v="73" actId="167"/>
            <ac:spMkLst>
              <pc:docMk/>
              <pc:sldMasterMk cId="648317672" sldId="2147483651"/>
              <pc:sldLayoutMk cId="817013431" sldId="2147483663"/>
              <ac:spMk id="12" creationId="{52F98B4F-0868-F9DE-F944-EA9EC72E65CD}"/>
            </ac:spMkLst>
          </pc:spChg>
          <pc:spChg chg="add mod">
            <ac:chgData name="João Pedro Barros de Ávila" userId="848771e9b4f96367" providerId="LiveId" clId="{9BE76701-0D0E-4C8C-A96A-FB4C517B7D18}" dt="2026-03-09T13:41:29.048" v="237" actId="554"/>
            <ac:spMkLst>
              <pc:docMk/>
              <pc:sldMasterMk cId="648317672" sldId="2147483651"/>
              <pc:sldLayoutMk cId="817013431" sldId="2147483663"/>
              <ac:spMk id="14" creationId="{9F54FC73-469C-314D-9ADF-2CC49FFE2101}"/>
            </ac:spMkLst>
          </pc:spChg>
          <pc:picChg chg="add mod">
            <ac:chgData name="João Pedro Barros de Ávila" userId="848771e9b4f96367" providerId="LiveId" clId="{9BE76701-0D0E-4C8C-A96A-FB4C517B7D18}" dt="2026-03-09T13:26:12.311" v="66"/>
            <ac:picMkLst>
              <pc:docMk/>
              <pc:sldMasterMk cId="648317672" sldId="2147483651"/>
              <pc:sldLayoutMk cId="817013431" sldId="2147483663"/>
              <ac:picMk id="13" creationId="{49C1A186-0E4A-7025-04D3-232DB2BF5657}"/>
            </ac:picMkLst>
          </pc:picChg>
        </pc:sldLayoutChg>
        <pc:sldLayoutChg chg="addSp delSp modSp mod">
          <pc:chgData name="João Pedro Barros de Ávila" userId="848771e9b4f96367" providerId="LiveId" clId="{9BE76701-0D0E-4C8C-A96A-FB4C517B7D18}" dt="2026-03-09T13:50:55.979" v="322" actId="555"/>
          <pc:sldLayoutMkLst>
            <pc:docMk/>
            <pc:sldMasterMk cId="648317672" sldId="2147483651"/>
            <pc:sldLayoutMk cId="740818084" sldId="2147483664"/>
          </pc:sldLayoutMkLst>
          <pc:spChg chg="add mod">
            <ac:chgData name="João Pedro Barros de Ávila" userId="848771e9b4f96367" providerId="LiveId" clId="{9BE76701-0D0E-4C8C-A96A-FB4C517B7D18}" dt="2026-03-09T13:50:55.979" v="322" actId="555"/>
            <ac:spMkLst>
              <pc:docMk/>
              <pc:sldMasterMk cId="648317672" sldId="2147483651"/>
              <pc:sldLayoutMk cId="740818084" sldId="2147483664"/>
              <ac:spMk id="2" creationId="{9E483089-08A1-B053-53A9-963A4492342E}"/>
            </ac:spMkLst>
          </pc:spChg>
          <pc:spChg chg="add mod ord">
            <ac:chgData name="João Pedro Barros de Ávila" userId="848771e9b4f96367" providerId="LiveId" clId="{9BE76701-0D0E-4C8C-A96A-FB4C517B7D18}" dt="2026-03-09T13:47:05.473" v="264" actId="167"/>
            <ac:spMkLst>
              <pc:docMk/>
              <pc:sldMasterMk cId="648317672" sldId="2147483651"/>
              <pc:sldLayoutMk cId="740818084" sldId="2147483664"/>
              <ac:spMk id="11" creationId="{5BBD6F5F-51C6-C3FD-A2D7-9928FC9D3A54}"/>
            </ac:spMkLst>
          </pc:spChg>
          <pc:spChg chg="add mod ord">
            <ac:chgData name="João Pedro Barros de Ávila" userId="848771e9b4f96367" providerId="LiveId" clId="{9BE76701-0D0E-4C8C-A96A-FB4C517B7D18}" dt="2026-03-09T13:48:50.234" v="292" actId="167"/>
            <ac:spMkLst>
              <pc:docMk/>
              <pc:sldMasterMk cId="648317672" sldId="2147483651"/>
              <pc:sldLayoutMk cId="740818084" sldId="2147483664"/>
              <ac:spMk id="15" creationId="{B75AA3CE-9429-6AA7-DE29-2D63B6C566F7}"/>
            </ac:spMkLst>
          </pc:spChg>
          <pc:spChg chg="add mod ord">
            <ac:chgData name="João Pedro Barros de Ávila" userId="848771e9b4f96367" providerId="LiveId" clId="{9BE76701-0D0E-4C8C-A96A-FB4C517B7D18}" dt="2026-03-09T13:50:38.194" v="316" actId="167"/>
            <ac:spMkLst>
              <pc:docMk/>
              <pc:sldMasterMk cId="648317672" sldId="2147483651"/>
              <pc:sldLayoutMk cId="740818084" sldId="2147483664"/>
              <ac:spMk id="17" creationId="{1AA65D2A-5573-6C84-0F42-8B71E7DFC6D8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308</c:v>
                </c:pt>
                <c:pt idx="2">
                  <c:v>1763</c:v>
                </c:pt>
                <c:pt idx="3">
                  <c:v>5992</c:v>
                </c:pt>
                <c:pt idx="4">
                  <c:v>13198</c:v>
                </c:pt>
                <c:pt idx="5">
                  <c:v>26095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8B-480F-A1FD-633D87740B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($K)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-65</c:v>
                </c:pt>
                <c:pt idx="1">
                  <c:v>-523</c:v>
                </c:pt>
                <c:pt idx="2">
                  <c:v>-203</c:v>
                </c:pt>
                <c:pt idx="3">
                  <c:v>2012</c:v>
                </c:pt>
                <c:pt idx="4">
                  <c:v>6808</c:v>
                </c:pt>
                <c:pt idx="5">
                  <c:v>16054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8B-480F-A1FD-633D87740B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42-4040-A77A-8AA46685A36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42-4040-A77A-8AA46685A364}"/>
              </c:ext>
            </c:extLst>
          </c:dPt>
          <c:dPt>
            <c:idx val="2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42-4040-A77A-8AA46685A364}"/>
              </c:ext>
            </c:extLst>
          </c:dPt>
          <c:dPt>
            <c:idx val="3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42-4040-A77A-8AA46685A364}"/>
              </c:ext>
            </c:extLst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42-4040-A77A-8AA46685A364}"/>
              </c:ext>
            </c:extLst>
          </c:dPt>
          <c:dPt>
            <c:idx val="5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42-4040-A77A-8AA46685A364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42-4040-A77A-8AA46685A3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42-4040-A77A-8AA46685A3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42-4040-A77A-8AA46685A36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42-4040-A77A-8AA46685A36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42-4040-A77A-8AA46685A36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42-4040-A77A-8AA46685A36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42-4040-A77A-8AA46685A36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42-4040-A77A-8AA46685A3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Product Dev</c:v>
                </c:pt>
                <c:pt idx="1">
                  <c:v>Marketing</c:v>
                </c:pt>
                <c:pt idx="2">
                  <c:v>Salaries</c:v>
                </c:pt>
                <c:pt idx="3">
                  <c:v>Infrastructure</c:v>
                </c:pt>
                <c:pt idx="4">
                  <c:v>Design</c:v>
                </c:pt>
                <c:pt idx="5">
                  <c:v>Legal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240</c:v>
                </c:pt>
                <c:pt idx="2">
                  <c:v>240</c:v>
                </c:pt>
                <c:pt idx="3">
                  <c:v>36</c:v>
                </c:pt>
                <c:pt idx="4">
                  <c:v>45</c:v>
                </c:pt>
                <c:pt idx="5">
                  <c:v>30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A42-4040-A77A-8AA46685A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AeroDesk Revenue ($M)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B82F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1.76</c:v>
                </c:pt>
                <c:pt idx="2">
                  <c:v>5.99</c:v>
                </c:pt>
                <c:pt idx="3">
                  <c:v>13.2</c:v>
                </c:pt>
                <c:pt idx="4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C-4BFA-9A81-E24432F71B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32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7834-3810-3695-B98A-40725199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634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4AA5-EF10-F346-2BA2-F28E4072A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C1B69-BEE3-72DE-12A5-20237DEFF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4E69B-5140-6FC3-8B0E-5449D330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21F10-D231-BFD0-3B5D-ACD888B6E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7F529-F916-E65C-0436-B2222290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96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1A2DA65D-AC2D-8B50-A2F7-7060EA352274}"/>
              </a:ext>
            </a:extLst>
          </p:cNvPr>
          <p:cNvSpPr/>
          <p:nvPr userDrawn="1"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F98B4F-0868-F9DE-F944-EA9EC72E6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840" y="2560320"/>
            <a:ext cx="5486400" cy="824400"/>
          </a:xfrm>
        </p:spPr>
        <p:txBody>
          <a:bodyPr anchor="ctr">
            <a:normAutofit/>
          </a:bodyPr>
          <a:lstStyle>
            <a:lvl1pPr>
              <a:buFontTx/>
              <a:buNone/>
              <a:defRPr sz="2000" i="1">
                <a:solidFill>
                  <a:srgbClr val="96A3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684ADB6A-44B8-45D4-06F1-2CA546D2C0B4}"/>
              </a:ext>
            </a:extLst>
          </p:cNvPr>
          <p:cNvSpPr/>
          <p:nvPr userDrawn="1"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48A8A68-DA8C-46F5-D152-BB177D7B1F10}"/>
              </a:ext>
            </a:extLst>
          </p:cNvPr>
          <p:cNvSpPr/>
          <p:nvPr userDrawn="1"/>
        </p:nvSpPr>
        <p:spPr>
          <a:xfrm>
            <a:off x="1005840" y="365760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1A186-0E4A-7025-04D3-232DB2BF5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64220" y="606330"/>
            <a:ext cx="4673840" cy="3702240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F54FC73-469C-314D-9ADF-2CC49FFE21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840" y="3840480"/>
            <a:ext cx="7315200" cy="367200"/>
          </a:xfrm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Tx/>
              <a:buNone/>
              <a:defRPr sz="900" b="0" i="0" kern="0" spc="300" baseline="0">
                <a:solidFill>
                  <a:srgbClr val="6774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PRESENTATION  |  DATE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701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AA65D2A-5573-6C84-0F42-8B71E7DFC6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8640" y="4708440"/>
            <a:ext cx="8229600" cy="183600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700" b="0" i="0" baseline="0">
                <a:solidFill>
                  <a:srgbClr val="6774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75AA3CE-9429-6AA7-DE29-2D63B6C56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40" y="1097280"/>
            <a:ext cx="8229600" cy="273600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 b="0" i="1" baseline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BBD6F5F-51C6-C3FD-A2D7-9928FC9D3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548640"/>
            <a:ext cx="8229600" cy="5472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 b="1" i="0" baseline="0">
                <a:solidFill>
                  <a:schemeClr val="bg1"/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1A186-0E4A-7025-04D3-232DB2BF5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64220" y="606330"/>
            <a:ext cx="4673840" cy="370224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E483089-08A1-B053-53A9-963A4492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4868863"/>
            <a:ext cx="20574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81BBF7-9673-4233-94F1-C64FFCBDF925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81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0E1F-7F6F-EFE9-5885-87DC1BDC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2686-BF3E-9B00-F1D6-8B01905C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0F41-B219-C51F-AD12-D6840F62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005C-4438-10EC-CC75-188F9D86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2E29-EF36-E9D9-6284-2D45141B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6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8076-E201-1774-92AB-337D0B51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CF1C-FA02-3997-1F64-7108E7152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3231-19D7-7BA5-62A8-A92154BE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AC91A-79AE-8A33-6749-45559BCB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585C-4FAF-1C1C-8CCE-ACBDBB32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68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4961-B5FC-B7E6-E4AE-CEC4BEB3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A816-143E-7B8B-76FE-D04BF486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F87C8-5470-AC84-60C6-009BCFAA5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35B08-2633-2CC0-0AB4-0D612B5F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091AA-4AD0-D59C-6ABA-9DFCB300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FED19-BE1E-218F-7DD7-53C8DB3B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05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C966-9DB8-D4FC-7DA3-CE290913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B0F56-3C8F-948A-30A9-29A2A451B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D4677-EB34-AEAC-978C-96FCDB87A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E99D3-9FFC-5695-D06B-2AB643715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54D16-6E45-6CB1-4835-2F0929BEB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27589-9F70-68B9-7633-A3A96B27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507C5-AF86-3B6E-0EF1-9BCB5EBC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874C9-0112-C2F5-FA7A-88CA7B91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69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470C-4574-9E63-75F0-2DE2ECF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0DB89-9EB9-2DD5-7EFE-B3D4CFF5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FDB7C-E3A1-F426-DA04-B89AF5CC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FF7F8-B44F-7613-19E2-D109268B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37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3D188-49E5-1085-C0AF-A4597C82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DEAF2-2C7E-59DF-A683-7C54AB46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82C67-CA92-A319-7332-C01BE38A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9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A90C-633C-7A7D-0B68-71729ECF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577F-151F-C315-9910-E7D97E71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7FA8-4A43-0F8F-D9D1-669D764B0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F17DE-8400-A9D7-C44B-349A8D16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45A03-5264-E5BB-0B6A-3525FB19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E239F-9B49-1803-FFA3-37B09A1E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972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E8F4-90FC-98AE-D0C4-3A0E7E85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27100-00A4-7921-581A-9D665E474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4245A-DF07-1708-3843-249DCAC4C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FE052-FBEE-4C94-11BC-5EB7036B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B0B86-AD24-1039-4A2B-C39B566A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085C2-C8C4-195C-5567-72DCE066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471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05F6-2604-69BC-9F69-41E76A5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0A86F-A27D-5EA4-4CFC-C2734463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D8B68-FDE9-74B7-02D6-8254488D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21056-AD93-D6D4-3C72-D18BC0B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2F6A-7D81-C6AC-9828-C38396719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568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1E897-79AA-2C7B-4B0E-2A19D7FCF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3EED-D996-CC78-6FF4-951DDC8A6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72D47-4A67-697E-CA83-ACAF2BD5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8760B-F5A9-B0A1-0D96-3CA92168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72D9-48B8-F3AA-ECDC-6128CFC2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0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 userDrawn="1"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57B6A-FE05-5551-B2A7-D4CA7F52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B71F2-2D80-8FAB-075D-79A98549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9892-1C6E-1D15-3F4F-9BC89AC50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E914B-F9C8-4E06-A5D5-7AA34D1FB173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7E61D-4BA1-BB19-6333-5F964740F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95CE-E08A-1927-0CE4-1CE0F847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31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3" r:id="rId2"/>
    <p:sldLayoutId id="2147483664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  |  CONFIDENTIAL</a:t>
            </a:r>
            <a:endParaRPr lang="en-US" sz="9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92F63B-285F-78A8-ED81-0EE6C4287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233CA9-556D-AA2E-572A-CEA2D3C77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Modern Marketplace for</a:t>
            </a:r>
          </a:p>
          <a:p>
            <a:r>
              <a:rPr lang="en-US" dirty="0"/>
              <a:t>Pre-Owned Aircraft</a:t>
            </a:r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1005840" y="365760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at a Glance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growing, and digitally underserved market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$37.5B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2035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645920"/>
            <a:ext cx="54864" cy="1371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9,824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Fleet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~900K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9184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91840"/>
            <a:ext cx="54864" cy="13716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H1 2025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MRFR, GAMA, Global Jet Capital, JetNet, ANAC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$37B market running on 1990s technology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5"/>
          <p:cNvSpPr/>
          <p:nvPr/>
        </p:nvSpPr>
        <p:spPr>
          <a:xfrm>
            <a:off x="141732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UX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has App Store reviews citing "added unnecessary steps" and "deliberately less user friendly" after updates.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Price Transparency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valuation tools. Zero pricing intelligence. Deals rely on broker relationships and opaque negotiations.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660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20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Underserved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9,824 executive aircraft with no modern marketplace. Sellers use WhatsApp groups, fragmented classifieds, and broker networks.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011680" cy="2011680"/>
          </a:xfrm>
          <a:prstGeom prst="ellipse">
            <a:avLst/>
          </a:prstGeom>
          <a:solidFill>
            <a:srgbClr val="2563EB">
              <a:alpha val="2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05610"/>
            <a:ext cx="201168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$78.6B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428646"/>
            <a:ext cx="20116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(2035)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91840" y="1828800"/>
            <a:ext cx="1645920" cy="164592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2190902"/>
            <a:ext cx="16459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2618842"/>
            <a:ext cx="16459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94560"/>
            <a:ext cx="1280160" cy="1280160"/>
          </a:xfrm>
          <a:prstGeom prst="ellipse">
            <a:avLst/>
          </a:prstGeom>
          <a:solidFill>
            <a:srgbClr val="0EA5E9">
              <a:alpha val="25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476195"/>
            <a:ext cx="128016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0" y="2809037"/>
            <a:ext cx="12801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Y5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32320" y="1463040"/>
            <a:ext cx="36576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066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jets delivered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(GAMA)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4066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06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0664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 growth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2025 YoY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4066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10% avg)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AeroDesk </a:t>
            </a: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Webmotors of Aviation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UX meets high-value asset transactions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World-Class UX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galleries, 360° tours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smart filters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comparison tools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8328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5760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scoring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 dashboards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173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Support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9224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inspections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hub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title search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Highlights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AeroDesk, why now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Underserved Market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8016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$37.5B global market growing at 7% CAGR with zero modern digital marketplace. Controller.com generates ~$18M on legacy tech.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84632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46304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0" y="1645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7556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Marketplace Playbook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Webmotors/Carvana model to aviation: consumer-grade UX + AI pricing + integrated financing. Proven in auto and real estate.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2606040"/>
            <a:ext cx="54864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8986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Brazil-First Advantage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8016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GA market globally with zero dominant digital platform. Controller has no Brazil presence. First-mover with LABACE as launch event.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84632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260604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0"/>
          <p:cNvSpPr/>
          <p:nvPr/>
        </p:nvSpPr>
        <p:spPr>
          <a:xfrm>
            <a:off x="5029200" y="2788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28986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Diversified Revenue Streams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66928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subscriptions, listing fees, commissions (capped at 1%), ancillary services (insurance, PPI, legal), data analytics, and brand advertising.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25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0416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801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Capital-Efficient Execution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28016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$920K seed for 18 months runway. AI-assisted development (Claude Code) for lean MVP build. EBITDA positive by Year 3.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84632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46320" y="3749040"/>
            <a:ext cx="54864" cy="9601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38" name="Shape 30"/>
          <p:cNvSpPr/>
          <p:nvPr/>
        </p:nvSpPr>
        <p:spPr>
          <a:xfrm>
            <a:off x="5029200" y="3931920"/>
            <a:ext cx="502920" cy="502920"/>
          </a:xfrm>
          <a:prstGeom prst="ellipse">
            <a:avLst/>
          </a:prstGeom>
          <a:solidFill>
            <a:srgbClr val="93C5FD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928" y="4041648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692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Founder-Market Fit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66928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years leading 30+ M&amp;A transactions, deep Brazil aviation network, investment banking pedigree, and technical marketplace-building capability.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685800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Monthly Visits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Listings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UX Score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Tools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Trade-A-Plane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AvBuyer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AeroDesk (Target)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Disruption Thesis</a:t>
            </a: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100584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generates ~$18M revenue with print-era technology. Its moat is liquidity, not product.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captures share by delivering 10x better experience — starting in Brazil where Controller has zero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7 Streams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monetization across SaaS, transactional, and advertising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276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14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$180-$340/mo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1460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5087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276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0604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$350-$550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listing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0916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94960" y="15087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6276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0060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$80-$120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90372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0" y="1508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6276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99516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0.5%-1.0%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1%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04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5840" y="3429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354787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1148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Ancillary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1148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PPI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referrals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51460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200400" y="3429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54787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60604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260604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$250-$450/mo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394960" y="3429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3547872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80060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Ads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480060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$1.5K-$3.5K/mo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packages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5603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Launch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 2026 debut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founding dealers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WhatsApp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 partnership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LatAm Expansion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Mexico, Colombia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localization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partnerships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listings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25603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M13-24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Entry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US/English market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Controller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5,500+ listings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live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93192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SEO-First Content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Events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6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8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Influencer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Highlights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18,000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864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00400"/>
            <a:ext cx="54864" cy="1554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00400"/>
            <a:ext cx="54864" cy="15544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 TAM)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Highlights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05840"/>
            <a:ext cx="301752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61264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$26.1M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808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126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$16.1M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980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264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61.5%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 Margin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$13.6M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Net Income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264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9808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(10x EBITDA exit)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Progression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41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Proceeds — $920K Seed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reach EBITDA breakeven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128016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132588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0" y="132588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3441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548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web + mobile app, search infra, AI engine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72400" y="1344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$280K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0" y="1600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0" y="202082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2082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GTM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54880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LABACE, SEO, Google Ads, content, BD outreach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772400" y="2039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77240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0" y="271576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2715768"/>
            <a:ext cx="54864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Salaries &amp; Ops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5488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(2 co-founders + early hires), 18mo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77240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72400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572000" y="3410712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72000" y="3410712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3"/>
          <p:cNvSpPr/>
          <p:nvPr/>
        </p:nvSpPr>
        <p:spPr>
          <a:xfrm>
            <a:off x="4754880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+ Design + Legal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branding, compliance, entity setup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0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$111K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72400" y="3685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572000" y="410565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72000" y="4105656"/>
            <a:ext cx="54864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754880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unforeseen costs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772400" y="4123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$49K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77240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Assumptions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Subscribers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Listings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Transaction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Advertisers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Mktg % of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capped at 1.0% from Year 3 onward to minimize disintermediation risk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Evolution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97280"/>
            <a:ext cx="301752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60350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METRICS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12648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0408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901952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4088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2432304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40880" y="2615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0.65%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86384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2962656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40880" y="3145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1.35%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86384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3493008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040880" y="3675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2.49%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86384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$26.1M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2" y="2346512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the starting point.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3200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$920K to build the definitive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for pre-owned aircraft.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aerodesk.com  |  hello@aerodesk.com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QUALIFIED INVESTORS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1079</Words>
  <Application>Microsoft Office PowerPoint</Application>
  <PresentationFormat>On-screen Show (16:9)</PresentationFormat>
  <Paragraphs>363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Trebuchet MS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AeroDesk - Investor Pitch Deck</dc:title>
  <dc:subject>PptxGenJS Presentation</dc:subject>
  <dc:creator>AeroDesk</dc:creator>
  <cp:lastModifiedBy>João Pedro Barros de Ávila</cp:lastModifiedBy>
  <cp:revision>1</cp:revision>
  <dcterms:created xsi:type="dcterms:W3CDTF">2026-03-09T08:50:15Z</dcterms:created>
  <dcterms:modified xsi:type="dcterms:W3CDTF">2026-03-15T21:51:03Z</dcterms:modified>
</cp:coreProperties>
</file>